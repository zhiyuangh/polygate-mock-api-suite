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c5a14acbe2453f" /><Relationship Type="http://schemas.openxmlformats.org/officeDocument/2006/relationships/extended-properties" Target="/docProps/app.xml" Id="R44b2e6c42efd4641" /><Relationship Type="http://schemas.openxmlformats.org/officeDocument/2006/relationships/officeDocument" Target="/ppt/presentation.xml" Id="R25b1f1c005d74243" /></Relationships>
</file>

<file path=ppt/presentation.xml><?xml version="1.0" encoding="utf-8"?>
<p:presentation xmlns:p="http://schemas.openxmlformats.org/presentationml/2006/main">
  <p:sldMasterIdLst>
    <p:sldMasterId xmlns:r="http://schemas.openxmlformats.org/officeDocument/2006/relationships" id="2147483648" r:id="R6f34526ee0f44e84"/>
  </p:sldMasterIdLst>
  <p:notesMasterIdLst>
    <p:notesMasterId xmlns:r="http://schemas.openxmlformats.org/officeDocument/2006/relationships" r:id="R6651826099e049b4"/>
  </p:notesMasterIdLst>
  <p:sldIdLst>
    <p:sldId xmlns:r="http://schemas.openxmlformats.org/officeDocument/2006/relationships" id="256" r:id="R40c3e9afcf474c94"/>
  </p:sldIdLst>
  <p:sldSz cx="10692000" cy="1512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ae9d3c6d00408e" /><Relationship Type="http://schemas.openxmlformats.org/officeDocument/2006/relationships/slideMaster" Target="/ppt/slideMasters/slideMaster1.xml" Id="R6f34526ee0f44e84" /><Relationship Type="http://schemas.openxmlformats.org/officeDocument/2006/relationships/notesMaster" Target="/ppt/notesMasters/notesMaster1.xml" Id="R6651826099e049b4" /><Relationship Type="http://schemas.openxmlformats.org/officeDocument/2006/relationships/presProps" Target="/ppt/presProps.xml" Id="R20dd7b16a7964f56" /><Relationship Type="http://schemas.openxmlformats.org/officeDocument/2006/relationships/tableStyles" Target="/ppt/tableStyles.xml" Id="Rfec0b421a5704653" /><Relationship Type="http://schemas.openxmlformats.org/officeDocument/2006/relationships/slide" Target="/ppt/slides/slide1.xml" Id="R40c3e9afcf474c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5f9e76e6694c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bc7444d0d14368" /><Relationship Type="http://schemas.openxmlformats.org/officeDocument/2006/relationships/notesMaster" Target="/ppt/notesMasters/notesMaster1.xml" Id="R6a4b9f350caf4e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Recruitment content supplied by the organising team.</a:t>
            </a:r>
          </a:p>
          <a:p xmlns:a="http://schemas.openxmlformats.org/drawingml/2006/main">
            <a:r>
              <a:t>Official logo sources, accessed 17 September 2026:</a:t>
            </a:r>
          </a:p>
          <a:p xmlns:a="http://schemas.openxmlformats.org/drawingml/2006/main">
            <a:r>
              <a:t>PolyU: https://www4.comp.polyu.edu.hk/~labimcl/fig/polyu2.png</a:t>
            </a:r>
          </a:p>
          <a:p xmlns:a="http://schemas.openxmlformats.org/drawingml/2006/main">
            <a:r>
              <a:t>IHERD: https://www.polyu.edu.hk/iherd/-/media/department/iherd/setting/iherd-logo.png?bc=ffffff&amp;h=192&amp;mw=1050&amp;rev=1b5054d0ff254651abe205bf47715c4a&amp;hash=9A87D8CB79571F413B81B4558707B760</a:t>
            </a:r>
          </a:p>
          <a:p xmlns:a="http://schemas.openxmlformats.org/drawingml/2006/main">
            <a:r>
              <a:t>IMCL: https://www4.comp.polyu.edu.hk/~labimcl/fig/slogan.png</a:t>
            </a:r>
          </a:p>
          <a:p xmlns:a="http://schemas.openxmlformats.org/drawingml/2006/main">
            <a:r>
              <a:t>New team/coach/API/deployment illustration: AI-generated with the built-in image generation tool. Local asset: assets/team-coach-agent-api-deployment.png.</a:t>
            </a:r>
          </a:p>
          <a:p xmlns:a="http://schemas.openxmlformats.org/drawingml/2006/main">
            <a:r>
              <a:t>The new illustration replaces the earlier single student and agent/API/LLM diagram. The new short captions and all recruitment copy remain native editable text. API and LLM inside the illustration are part of the raster artwork.</a:t>
            </a:r>
          </a:p>
          <a:p xmlns:a="http://schemas.openxmlformats.org/drawingml/2006/main">
            <a:r>
              <a:t>The two smaller growth illustrations are also AI-generated. All logos and illustrations remain independent movable image objects.</a:t>
            </a:r>
          </a:p>
          <a:p xmlns:a="http://schemas.openxmlformats.org/drawingml/2006/main">
            <a:r>
              <a:t>
Two-stage overview: Stage 1 prepares the competition environment and is the subject of this organiser recruitment. Stage 2 is the agent design competition, with separate later recruitment for entrants. Stage labels, rules and sequence arrow are native editable PowerPoint objects. The four-week sprint and one-week review refer to Stage 1 only. No competition dates have been added.</a:t>
            </a:r>
          </a:p>
          <a:p xmlns:a="http://schemas.openxmlformats.org/drawingml/2006/main">
            <a:r>
              <a:t>
LLM icon revision: the brain symbol was removed with the built-in image editing tool. The official black OpenAI Blossom is a separate unmodified PNG over the LLM module. Source: https://openai.com/brand/ and https://cdn.openai.com/brand/OpenAI-Logos-2025.zip, file OpenAI-logos(new)/PNGs/OpenAI-black-monoblossom.png. OpenAI owns the logo. Used as a user-requested illustrative model brand, not an assertion of sponsorship or a confirmed deployment choice. All recruitment copy and the two-stage diagram are unchanged.</a:t>
            </a:r>
          </a:p>
          <a:p xmlns:a="http://schemas.openxmlformats.org/drawingml/2006/main">
            <a:r>
              <a:t>
Coach revision: the standing mentor is now depicted as a contemporary Chinese university coach at the user's request. This is an AI-generated fictional character, not a portrait of an identified person. The built-in image editing tool updated the mentor's head and face. Asset: assets/team-coach-agent-api-deployment-chinese-coach.png. The image placement, separate OpenAI logo, all other images, recruitment copy and two-stage diagram remain unchanged.</a:t>
            </a:r>
          </a:p>
          <a:p xmlns:a="http://schemas.openxmlformats.org/drawingml/2006/main">
            <a:r>
              <a:t>
Layout revision: body sections now read YOUR TASK, YOUR SUPPORT, YOUR REWARDS, YOUR GROWTH. Three AI-generated blue-and-white reward spot illustrations represent the completion certificate, compute access for personal projects and connections with AI agent researchers. These are illustrations, not photographs. The source images are assets/reward-certificate-blue.png, assets/reward-compute-blue.png and assets/reward-research-blue.png. All existing institutional logo and OpenAI asset citations are retained.</a:t>
            </a:r>
          </a:p>
          <a:p xmlns:a="http://schemas.openxmlformats.org/drawingml/2006/main">
            <a:r>
              <a:t>
Current LLM icon revision: the earlier OpenAI Blossom has been replaced by an original AI-generated blue microchip containing a white speech bubble and two text lines. The current poster uses no brand mark to represent LLMs. No brain-shaped imagery is used. The icon is a separate movable transparent PNG at assets/llm-language-chip-blue.png, generated with the built-in image generation tool. This note supersedes earlier descriptions of the LLM icon; historical source citations remain for provenance. All other poster artwork, text and section ordering are unchanged.</a:t>
            </a:r>
          </a:p>
          <a:p xmlns:a="http://schemas.openxmlformats.org/drawingml/2006/main">
            <a:r>
              <a:t>
Support illustration revision: two original AI-generated pale-blue spot illustrations now accompany weekly 1:1 coaching and three technical workshops. A mentor with one student at a laptop represents coaching, while a code presentation board and laptop represent workshops. These are illustrations, not photographs. Assets: assets/support-coaching-blue.png and assets/support-workshops-blue.png. Generated using the built-in image generation tool. Support text remains native editable text, reflowed onto two lines. All other poster text, artwork, section order and positions remain unchanged.</a:t>
            </a:r>
          </a:p>
          <a:p xmlns:a="http://schemas.openxmlformats.org/drawingml/2006/main">
            <a:r>
              <a:t>
Contact placeholders: the join section now reserves a square area marked QR CODE / PLACEHOLDER for a future application-form QR. This is an editable placeholder, not a scannable QR code. The contact area reads ENQUIRIES &amp; APPLICATIONS and [email address]. No real email address, mailto link, application URL or QR destination has been invented. Replace both placeholders before publication. The footer introduction is condensed to make space, while the original recruitment terms remain elsewhere on the poster. The GitHub link is retained. All content above the join section and all illustrations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7ed4b20cc64a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1ad8a39a7c45cf" /><Relationship Type="http://schemas.openxmlformats.org/officeDocument/2006/relationships/slideLayout" Target="/ppt/slideLayouts/slideLayout1.xml" Id="R020d2cdbfe3348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0d2cdbfe3348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65d0af38fd4860" /><Relationship Type="http://schemas.openxmlformats.org/officeDocument/2006/relationships/image" Target="/ppt/media/image.png" Id="R4456fea0f85f4486" /><Relationship Type="http://schemas.openxmlformats.org/officeDocument/2006/relationships/hyperlink" Target="https://github.com/zhiyuanGH/polygate-mock-api-suite" TargetMode="External" Id="R2aa057b8d70f4eb4" /><Relationship Type="http://schemas.openxmlformats.org/officeDocument/2006/relationships/image" Target="/ppt/media/image2.png" Id="R743700ffb7b04e4d" /><Relationship Type="http://schemas.openxmlformats.org/officeDocument/2006/relationships/image" Target="/ppt/media/image3.png" Id="Rc34da2295a274e58" /><Relationship Type="http://schemas.openxmlformats.org/officeDocument/2006/relationships/image" Target="/ppt/media/image4.png" Id="R673cb93d23184dd8" /><Relationship Type="http://schemas.openxmlformats.org/officeDocument/2006/relationships/image" Target="/ppt/media/image5.png" Id="R11c1dbf87d4f47a9" /><Relationship Type="http://schemas.openxmlformats.org/officeDocument/2006/relationships/image" Target="/ppt/media/image6.png" Id="R8c16d51cf347438e" /><Relationship Type="http://schemas.openxmlformats.org/officeDocument/2006/relationships/image" Target="/ppt/media/image7.png" Id="R46cbd9f797ef402c" /><Relationship Type="http://schemas.openxmlformats.org/officeDocument/2006/relationships/image" Target="/ppt/media/image8.png" Id="Rb4193c23a5ba4480" /><Relationship Type="http://schemas.openxmlformats.org/officeDocument/2006/relationships/image" Target="/ppt/media/image9.png" Id="R0d7b16a6c4704c0a" /><Relationship Type="http://schemas.openxmlformats.org/officeDocument/2006/relationships/image" Target="/ppt/media/image10.png" Id="Rf5b9ab133a9443bf" /><Relationship Type="http://schemas.openxmlformats.org/officeDocument/2006/relationships/image" Target="/ppt/media/image11.png" Id="Rb4c46dd7c588470b" /><Relationship Type="http://schemas.openxmlformats.org/officeDocument/2006/relationships/image" Target="/ppt/media/image12.png" Id="R811ed49a07a344e1" /><Relationship Type="http://schemas.openxmlformats.org/officeDocument/2006/relationships/notesSlide" Target="/ppt/notesSlides/notesSlide1.xml" Id="Rc4501d681d5d401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Illustration band">
            <a:extLst xmlns:a="http://schemas.openxmlformats.org/drawingml/2006/main">
              <a:ext uri="{FF2B5EF4-FFF2-40B4-BE49-F238E27FC236}">
                <a16:creationId xmlns:a16="http://schemas.microsoft.com/office/drawing/2014/main" id="{A2B7D335-65FB-49C5-A0F1-0C73D3579863}"/>
              </a:ext>
            </a:extLst>
          </p:cNvPr>
          <p:cNvSpPr>
            <a:spLocks xmlns:a="http://schemas.openxmlformats.org/drawingml/2006/main" noGrp="1"/>
          </p:cNvSpPr>
          <p:nvPr/>
        </p:nvSpPr>
        <p:spPr>
          <a:xfrm xmlns:a="http://schemas.openxmlformats.org/drawingml/2006/main">
            <a:off x="0" y="3873803"/>
            <a:ext cx="10692000" cy="2596056"/>
          </a:xfrm>
          <a:prstGeom xmlns:a="http://schemas.openxmlformats.org/drawingml/2006/main" prst="rect">
            <a:avLst/>
          </a:prstGeom>
          <a:solidFill xmlns:a="http://schemas.openxmlformats.org/drawingml/2006/main">
            <a:srgbClr val="F2F9FD"/>
          </a:solidFill>
          <a:ln xmlns:a="http://schemas.openxmlformats.org/drawingml/2006/main" w="0">
            <a:noFill/>
          </a:ln>
        </p:spPr>
      </p:sp>
      <p:sp>
        <p:nvSpPr>
          <p:cNvPr id="2" name="Two growth areas background">
            <a:extLst xmlns:a="http://schemas.openxmlformats.org/drawingml/2006/main">
              <a:ext uri="{FF2B5EF4-FFF2-40B4-BE49-F238E27FC236}">
                <a16:creationId xmlns:a16="http://schemas.microsoft.com/office/drawing/2014/main" id="{B1DFD65C-CCDB-4F8C-8811-ABCBA878B3A0}"/>
              </a:ext>
            </a:extLst>
          </p:cNvPr>
          <p:cNvSpPr>
            <a:spLocks xmlns:a="http://schemas.openxmlformats.org/drawingml/2006/main" noGrp="1"/>
          </p:cNvSpPr>
          <p:nvPr/>
        </p:nvSpPr>
        <p:spPr>
          <a:xfrm xmlns:a="http://schemas.openxmlformats.org/drawingml/2006/main">
            <a:off x="0" y="9076056"/>
            <a:ext cx="10692000" cy="1886197"/>
          </a:xfrm>
          <a:prstGeom xmlns:a="http://schemas.openxmlformats.org/drawingml/2006/main" prst="rect">
            <a:avLst/>
          </a:prstGeom>
          <a:solidFill xmlns:a="http://schemas.openxmlformats.org/drawingml/2006/main">
            <a:srgbClr val="E5F3FC"/>
          </a:solidFill>
          <a:ln xmlns:a="http://schemas.openxmlformats.org/drawingml/2006/main" w="0">
            <a:noFill/>
          </a:ln>
        </p:spPr>
      </p:sp>
      <p:sp>
        <p:nvSpPr>
          <p:cNvPr id="3" name="Safety strip">
            <a:extLst xmlns:a="http://schemas.openxmlformats.org/drawingml/2006/main">
              <a:ext uri="{FF2B5EF4-FFF2-40B4-BE49-F238E27FC236}">
                <a16:creationId xmlns:a16="http://schemas.microsoft.com/office/drawing/2014/main" id="{5CC9B09A-A921-4CC3-B801-1256646D7470}"/>
              </a:ext>
            </a:extLst>
          </p:cNvPr>
          <p:cNvSpPr>
            <a:spLocks xmlns:a="http://schemas.openxmlformats.org/drawingml/2006/main" noGrp="1"/>
          </p:cNvSpPr>
          <p:nvPr/>
        </p:nvSpPr>
        <p:spPr>
          <a:xfrm xmlns:a="http://schemas.openxmlformats.org/drawingml/2006/main">
            <a:off x="0" y="7240563"/>
            <a:ext cx="10692000" cy="1835493"/>
          </a:xfrm>
          <a:prstGeom xmlns:a="http://schemas.openxmlformats.org/drawingml/2006/main" prst="rect">
            <a:avLst/>
          </a:prstGeom>
          <a:solidFill xmlns:a="http://schemas.openxmlformats.org/drawingml/2006/main">
            <a:srgbClr val="F2F9FD"/>
          </a:solidFill>
          <a:ln xmlns:a="http://schemas.openxmlformats.org/drawingml/2006/main" w="0">
            <a:noFill/>
          </a:ln>
        </p:spPr>
      </p:sp>
      <p:sp>
        <p:nvSpPr>
          <p:cNvPr id="4" name="Eligibility strip">
            <a:extLst xmlns:a="http://schemas.openxmlformats.org/drawingml/2006/main">
              <a:ext uri="{FF2B5EF4-FFF2-40B4-BE49-F238E27FC236}">
                <a16:creationId xmlns:a16="http://schemas.microsoft.com/office/drawing/2014/main" id="{CF5C4EF2-0090-4C3D-811C-3DF86E393EB8}"/>
              </a:ext>
            </a:extLst>
          </p:cNvPr>
          <p:cNvSpPr>
            <a:spLocks xmlns:a="http://schemas.openxmlformats.org/drawingml/2006/main" noGrp="1"/>
          </p:cNvSpPr>
          <p:nvPr/>
        </p:nvSpPr>
        <p:spPr>
          <a:xfrm xmlns:a="http://schemas.openxmlformats.org/drawingml/2006/main">
            <a:off x="0" y="10962254"/>
            <a:ext cx="10692000" cy="882254"/>
          </a:xfrm>
          <a:prstGeom xmlns:a="http://schemas.openxmlformats.org/drawingml/2006/main" prst="rect">
            <a:avLst/>
          </a:prstGeom>
          <a:solidFill xmlns:a="http://schemas.openxmlformats.org/drawingml/2006/main">
            <a:srgbClr val="D6EDF9"/>
          </a:solidFill>
          <a:ln xmlns:a="http://schemas.openxmlformats.org/drawingml/2006/main" w="0">
            <a:noFill/>
          </a:ln>
        </p:spPr>
      </p:sp>
      <p:sp>
        <p:nvSpPr>
          <p:cNvPr id="5" name="Introduction background">
            <a:extLst xmlns:a="http://schemas.openxmlformats.org/drawingml/2006/main">
              <a:ext uri="{FF2B5EF4-FFF2-40B4-BE49-F238E27FC236}">
                <a16:creationId xmlns:a16="http://schemas.microsoft.com/office/drawing/2014/main" id="{AB4DCA6A-B2E4-44C2-ADEE-077C1B734C44}"/>
              </a:ext>
            </a:extLst>
          </p:cNvPr>
          <p:cNvSpPr>
            <a:spLocks xmlns:a="http://schemas.openxmlformats.org/drawingml/2006/main" noGrp="1"/>
          </p:cNvSpPr>
          <p:nvPr/>
        </p:nvSpPr>
        <p:spPr>
          <a:xfrm xmlns:a="http://schemas.openxmlformats.org/drawingml/2006/main">
            <a:off x="0" y="11844507"/>
            <a:ext cx="10692000" cy="3275493"/>
          </a:xfrm>
          <a:prstGeom xmlns:a="http://schemas.openxmlformats.org/drawingml/2006/main" prst="rect">
            <a:avLst/>
          </a:prstGeom>
          <a:solidFill xmlns:a="http://schemas.openxmlformats.org/drawingml/2006/main">
            <a:srgbClr val="EEF7FC"/>
          </a:solidFill>
          <a:ln xmlns:a="http://schemas.openxmlformats.org/drawingml/2006/main" w="0">
            <a:noFill/>
          </a:ln>
        </p:spPr>
      </p:sp>
      <p:sp>
        <p:nvSpPr>
          <p:cNvPr id="6" name="Institutions">
            <a:extLst xmlns:a="http://schemas.openxmlformats.org/drawingml/2006/main">
              <a:ext uri="{FF2B5EF4-FFF2-40B4-BE49-F238E27FC236}">
                <a16:creationId xmlns:a16="http://schemas.microsoft.com/office/drawing/2014/main" id="{0515C505-A0C9-47E3-B808-CE3EA553D8E7}"/>
              </a:ext>
            </a:extLst>
          </p:cNvPr>
          <p:cNvSpPr>
            <a:spLocks xmlns:a="http://schemas.openxmlformats.org/drawingml/2006/main" noGrp="1"/>
          </p:cNvSpPr>
          <p:nvPr/>
        </p:nvSpPr>
        <p:spPr>
          <a:xfrm xmlns:a="http://schemas.openxmlformats.org/drawingml/2006/main">
            <a:off x="506730" y="121690"/>
            <a:ext cx="6080758" cy="3245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1995" b="1">
                <a:solidFill>
                  <a:srgbClr val="082F46"/>
                </a:solidFill>
                <a:latin typeface="Arial"/>
                <a:ea typeface="Arial"/>
                <a:cs typeface="Arial"/>
              </a:defRPr>
            </a:pPr>
            <a:r>
              <a:rPr sz="1995" b="1">
                <a:solidFill>
                  <a:srgbClr val="193F57"/>
                </a:solidFill>
                <a:latin typeface="Arial"/>
                <a:ea typeface="Arial"/>
                <a:cs typeface="Arial"/>
              </a:rPr>
              <a:t/>
            </a:r>
          </a:p>
        </p:txBody>
      </p:sp>
      <p:sp>
        <p:nvSpPr>
          <p:cNvPr id="7" name="Competition brand background">
            <a:extLst xmlns:a="http://schemas.openxmlformats.org/drawingml/2006/main">
              <a:ext uri="{FF2B5EF4-FFF2-40B4-BE49-F238E27FC236}">
                <a16:creationId xmlns:a16="http://schemas.microsoft.com/office/drawing/2014/main" id="{5A42D76E-A49D-4BEF-AC6C-40C0D51D86B6}"/>
              </a:ext>
            </a:extLst>
          </p:cNvPr>
          <p:cNvSpPr>
            <a:spLocks xmlns:a="http://schemas.openxmlformats.org/drawingml/2006/main" noGrp="1"/>
          </p:cNvSpPr>
          <p:nvPr/>
        </p:nvSpPr>
        <p:spPr>
          <a:xfrm xmlns:a="http://schemas.openxmlformats.org/drawingml/2006/main">
            <a:off x="506730" y="1054648"/>
            <a:ext cx="4986222" cy="446197"/>
          </a:xfrm>
          <a:prstGeom xmlns:a="http://schemas.openxmlformats.org/drawingml/2006/main" prst="rect">
            <a:avLst/>
          </a:prstGeom>
          <a:solidFill xmlns:a="http://schemas.openxmlformats.org/drawingml/2006/main">
            <a:srgbClr val="D6EBF8"/>
          </a:solidFill>
          <a:ln xmlns:a="http://schemas.openxmlformats.org/drawingml/2006/main" w="0">
            <a:noFill/>
          </a:ln>
        </p:spPr>
      </p:sp>
      <p:sp>
        <p:nvSpPr>
          <p:cNvPr id="8" name="Competition name">
            <a:extLst xmlns:a="http://schemas.openxmlformats.org/drawingml/2006/main">
              <a:ext uri="{FF2B5EF4-FFF2-40B4-BE49-F238E27FC236}">
                <a16:creationId xmlns:a16="http://schemas.microsoft.com/office/drawing/2014/main" id="{A1446717-B587-47BF-9738-4F364F9A1C78}"/>
              </a:ext>
            </a:extLst>
          </p:cNvPr>
          <p:cNvSpPr>
            <a:spLocks xmlns:a="http://schemas.openxmlformats.org/drawingml/2006/main" noGrp="1"/>
          </p:cNvSpPr>
          <p:nvPr/>
        </p:nvSpPr>
        <p:spPr>
          <a:xfrm xmlns:a="http://schemas.openxmlformats.org/drawingml/2006/main">
            <a:off x="668883" y="1054648"/>
            <a:ext cx="4672049" cy="4461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2234" b="1">
                <a:solidFill>
                  <a:srgbClr val="FFFFFF"/>
                </a:solidFill>
                <a:latin typeface="Arial"/>
                <a:ea typeface="Arial"/>
                <a:cs typeface="Arial"/>
              </a:defRPr>
            </a:pPr>
            <a:r>
              <a:rPr sz="2234" b="1">
                <a:solidFill>
                  <a:srgbClr val="193F57"/>
                </a:solidFill>
                <a:latin typeface="Arial"/>
                <a:ea typeface="Arial"/>
                <a:cs typeface="Arial"/>
              </a:rPr>
              <a:t>POLYGATE AGENT CHALLENGE</a:t>
            </a:r>
          </a:p>
        </p:txBody>
      </p:sp>
      <p:sp>
        <p:nvSpPr>
          <p:cNvPr id="9" name="Organiser recruitment headline">
            <a:extLst xmlns:a="http://schemas.openxmlformats.org/drawingml/2006/main">
              <a:ext uri="{FF2B5EF4-FFF2-40B4-BE49-F238E27FC236}">
                <a16:creationId xmlns:a16="http://schemas.microsoft.com/office/drawing/2014/main" id="{28244742-230D-4C65-B386-A2A50A79D11D}"/>
              </a:ext>
            </a:extLst>
          </p:cNvPr>
          <p:cNvSpPr>
            <a:spLocks xmlns:a="http://schemas.openxmlformats.org/drawingml/2006/main" noGrp="1"/>
          </p:cNvSpPr>
          <p:nvPr/>
        </p:nvSpPr>
        <p:spPr>
          <a:xfrm xmlns:a="http://schemas.openxmlformats.org/drawingml/2006/main">
            <a:off x="506730" y="1561690"/>
            <a:ext cx="9678540" cy="547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5267" b="0">
                <a:solidFill>
                  <a:srgbClr val="A20E2A"/>
                </a:solidFill>
                <a:latin typeface="Impact"/>
                <a:ea typeface="Impact"/>
                <a:cs typeface="Impact"/>
              </a:defRPr>
            </a:pPr>
            <a:r>
              <a:rPr sz="4389" b="0">
                <a:solidFill>
                  <a:srgbClr val="2D6B94"/>
                </a:solidFill>
                <a:latin typeface="Impact"/>
                <a:ea typeface="Impact"/>
                <a:cs typeface="Impact"/>
              </a:rPr>
              <a:t>STUDENT ORGANISERS WANTED</a:t>
            </a:r>
          </a:p>
        </p:txBody>
      </p:sp>
      <p:sp>
        <p:nvSpPr>
          <p:cNvPr id="10" name="Competition headline first line">
            <a:extLst xmlns:a="http://schemas.openxmlformats.org/drawingml/2006/main">
              <a:ext uri="{FF2B5EF4-FFF2-40B4-BE49-F238E27FC236}">
                <a16:creationId xmlns:a16="http://schemas.microsoft.com/office/drawing/2014/main" id="{87E8A089-A6BB-4966-B675-57BCFE894B53}"/>
              </a:ext>
            </a:extLst>
          </p:cNvPr>
          <p:cNvSpPr>
            <a:spLocks xmlns:a="http://schemas.openxmlformats.org/drawingml/2006/main" noGrp="1"/>
          </p:cNvSpPr>
          <p:nvPr/>
        </p:nvSpPr>
        <p:spPr>
          <a:xfrm xmlns:a="http://schemas.openxmlformats.org/drawingml/2006/main">
            <a:off x="506730" y="2129577"/>
            <a:ext cx="9678540" cy="6287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4868" b="0">
                <a:solidFill>
                  <a:srgbClr val="193F57"/>
                </a:solidFill>
                <a:latin typeface="Impact"/>
                <a:ea typeface="Impact"/>
                <a:cs typeface="Impact"/>
              </a:defRPr>
            </a:pPr>
            <a:r>
              <a:rPr sz="4868" b="0">
                <a:solidFill>
                  <a:srgbClr val="193F57"/>
                </a:solidFill>
                <a:latin typeface="Impact"/>
                <a:ea typeface="Impact"/>
                <a:cs typeface="Impact"/>
              </a:rPr>
              <a:t>AI AGENT DESIGN COMPETITION</a:t>
            </a:r>
          </a:p>
        </p:txBody>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4456fea0f85f4486"/>
          <a:srcRect xmlns:a="http://schemas.openxmlformats.org/drawingml/2006/main" l="0" t="14594" r="0" b="14594"/>
          <a:stretch xmlns:a="http://schemas.openxmlformats.org/drawingml/2006/main">
            <a:fillRect l="0" t="0" r="0" b="0"/>
          </a:stretch>
        </p:blipFill>
        <p:spPr>
          <a:xfrm xmlns:a="http://schemas.openxmlformats.org/drawingml/2006/main">
            <a:off x="1393507" y="4360564"/>
            <a:ext cx="7904986" cy="1865915"/>
          </a:xfrm>
          <a:prstGeom xmlns:a="http://schemas.openxmlformats.org/drawingml/2006/main" prst="rect">
            <a:avLst/>
          </a:prstGeom>
        </p:spPr>
      </p:pic>
      <p:sp>
        <p:nvSpPr>
          <p:cNvPr id="22" name="Growth section title">
            <a:extLst xmlns:a="http://schemas.openxmlformats.org/drawingml/2006/main">
              <a:ext uri="{FF2B5EF4-FFF2-40B4-BE49-F238E27FC236}">
                <a16:creationId xmlns:a16="http://schemas.microsoft.com/office/drawing/2014/main" id="{BA5F4161-7266-4B33-8015-FF825F2FEEC0}"/>
              </a:ext>
            </a:extLst>
          </p:cNvPr>
          <p:cNvSpPr>
            <a:spLocks xmlns:a="http://schemas.openxmlformats.org/drawingml/2006/main" noGrp="1"/>
          </p:cNvSpPr>
          <p:nvPr/>
        </p:nvSpPr>
        <p:spPr>
          <a:xfrm xmlns:a="http://schemas.openxmlformats.org/drawingml/2006/main">
            <a:off x="506730" y="9126761"/>
            <a:ext cx="9678540" cy="4056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953" b="0">
                <a:solidFill>
                  <a:srgbClr val="2D6B94"/>
                </a:solidFill>
                <a:latin typeface="Impact"/>
                <a:ea typeface="Impact"/>
                <a:cs typeface="Impact"/>
              </a:defRPr>
            </a:pPr>
            <a:r>
              <a:rPr sz="2953" b="0">
                <a:solidFill>
                  <a:srgbClr val="2D6B94"/>
                </a:solidFill>
                <a:latin typeface="Impact"/>
                <a:ea typeface="Impact"/>
                <a:cs typeface="Impact"/>
              </a:rPr>
              <a:t>YOUR GROWTH</a:t>
            </a:r>
          </a:p>
        </p:txBody>
      </p:sp>
      <p:sp>
        <p:nvSpPr>
          <p:cNvPr id="23" name="AI and agent growth title">
            <a:extLst xmlns:a="http://schemas.openxmlformats.org/drawingml/2006/main">
              <a:ext uri="{FF2B5EF4-FFF2-40B4-BE49-F238E27FC236}">
                <a16:creationId xmlns:a16="http://schemas.microsoft.com/office/drawing/2014/main" id="{F7D0EC05-F4B1-4EA0-8014-D40D7EC97F17}"/>
              </a:ext>
            </a:extLst>
          </p:cNvPr>
          <p:cNvSpPr>
            <a:spLocks xmlns:a="http://schemas.openxmlformats.org/drawingml/2006/main" noGrp="1"/>
          </p:cNvSpPr>
          <p:nvPr/>
        </p:nvSpPr>
        <p:spPr>
          <a:xfrm xmlns:a="http://schemas.openxmlformats.org/drawingml/2006/main">
            <a:off x="506730" y="9542535"/>
            <a:ext cx="4560569" cy="425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3032" b="0">
                <a:solidFill>
                  <a:srgbClr val="1C445B"/>
                </a:solidFill>
                <a:latin typeface="Impact"/>
                <a:ea typeface="Impact"/>
                <a:cs typeface="Impact"/>
              </a:defRPr>
            </a:pPr>
            <a:r>
              <a:rPr sz="3032" b="0">
                <a:solidFill>
                  <a:srgbClr val="1C445B"/>
                </a:solidFill>
                <a:latin typeface="Impact"/>
                <a:ea typeface="Impact"/>
                <a:cs typeface="Impact"/>
              </a:rPr>
              <a:t>AI &amp; AGENTS</a:t>
            </a:r>
          </a:p>
        </p:txBody>
      </p:sp>
      <p:sp>
        <p:nvSpPr>
          <p:cNvPr id="24" name="Compute growth title">
            <a:extLst xmlns:a="http://schemas.openxmlformats.org/drawingml/2006/main">
              <a:ext uri="{FF2B5EF4-FFF2-40B4-BE49-F238E27FC236}">
                <a16:creationId xmlns:a16="http://schemas.microsoft.com/office/drawing/2014/main" id="{673BC674-C235-4A95-84AD-BE358DBC6C19}"/>
              </a:ext>
            </a:extLst>
          </p:cNvPr>
          <p:cNvSpPr>
            <a:spLocks xmlns:a="http://schemas.openxmlformats.org/drawingml/2006/main" noGrp="1"/>
          </p:cNvSpPr>
          <p:nvPr/>
        </p:nvSpPr>
        <p:spPr>
          <a:xfrm xmlns:a="http://schemas.openxmlformats.org/drawingml/2006/main">
            <a:off x="5736182" y="9542535"/>
            <a:ext cx="4449088" cy="425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3032" b="0">
                <a:solidFill>
                  <a:srgbClr val="1C445B"/>
                </a:solidFill>
                <a:latin typeface="Impact"/>
                <a:ea typeface="Impact"/>
                <a:cs typeface="Impact"/>
              </a:defRPr>
            </a:pPr>
            <a:r>
              <a:rPr sz="3032" b="0">
                <a:solidFill>
                  <a:srgbClr val="1C445B"/>
                </a:solidFill>
                <a:latin typeface="Impact"/>
                <a:ea typeface="Impact"/>
                <a:cs typeface="Impact"/>
              </a:rPr>
              <a:t>COMPUTE SERVICES</a:t>
            </a:r>
          </a:p>
        </p:txBody>
      </p:sp>
      <p:sp>
        <p:nvSpPr>
          <p:cNvPr id="25" name="Growth areas divider">
            <a:extLst xmlns:a="http://schemas.openxmlformats.org/drawingml/2006/main">
              <a:ext uri="{FF2B5EF4-FFF2-40B4-BE49-F238E27FC236}">
                <a16:creationId xmlns:a16="http://schemas.microsoft.com/office/drawing/2014/main" id="{E04BE9CE-8C17-4200-989E-92CAD1A88B3F}"/>
              </a:ext>
            </a:extLst>
          </p:cNvPr>
          <p:cNvSpPr>
            <a:spLocks xmlns:a="http://schemas.openxmlformats.org/drawingml/2006/main" noGrp="1"/>
          </p:cNvSpPr>
          <p:nvPr/>
        </p:nvSpPr>
        <p:spPr>
          <a:xfrm xmlns:a="http://schemas.openxmlformats.org/drawingml/2006/main">
            <a:off x="5330798" y="9613521"/>
            <a:ext cx="10135" cy="1277746"/>
          </a:xfrm>
          <a:prstGeom xmlns:a="http://schemas.openxmlformats.org/drawingml/2006/main" prst="rect">
            <a:avLst/>
          </a:prstGeom>
          <a:solidFill xmlns:a="http://schemas.openxmlformats.org/drawingml/2006/main">
            <a:srgbClr val="A5C9DE"/>
          </a:solidFill>
          <a:ln xmlns:a="http://schemas.openxmlformats.org/drawingml/2006/main" w="0">
            <a:noFill/>
          </a:ln>
        </p:spPr>
      </p:sp>
      <p:sp>
        <p:nvSpPr>
          <p:cNvPr id="26" name="AI growth skill 1">
            <a:extLst xmlns:a="http://schemas.openxmlformats.org/drawingml/2006/main">
              <a:ext uri="{FF2B5EF4-FFF2-40B4-BE49-F238E27FC236}">
                <a16:creationId xmlns:a16="http://schemas.microsoft.com/office/drawing/2014/main" id="{92081633-45B2-41A1-BE22-332EB20D6F89}"/>
              </a:ext>
            </a:extLst>
          </p:cNvPr>
          <p:cNvSpPr>
            <a:spLocks xmlns:a="http://schemas.openxmlformats.org/drawingml/2006/main" noGrp="1"/>
          </p:cNvSpPr>
          <p:nvPr/>
        </p:nvSpPr>
        <p:spPr>
          <a:xfrm xmlns:a="http://schemas.openxmlformats.org/drawingml/2006/main">
            <a:off x="506730" y="9958310"/>
            <a:ext cx="2634995" cy="314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155" b="1">
                <a:solidFill>
                  <a:srgbClr val="1C445B"/>
                </a:solidFill>
                <a:latin typeface="Arial"/>
                <a:ea typeface="Arial"/>
                <a:cs typeface="Arial"/>
              </a:defRPr>
            </a:pPr>
            <a:r>
              <a:rPr sz="2155" b="1">
                <a:solidFill>
                  <a:srgbClr val="1C445B"/>
                </a:solidFill>
                <a:latin typeface="Arial"/>
                <a:ea typeface="Arial"/>
                <a:cs typeface="Arial"/>
              </a:rPr>
              <a:t>Agents</a:t>
            </a:r>
          </a:p>
        </p:txBody>
      </p:sp>
      <p:sp>
        <p:nvSpPr>
          <p:cNvPr id="27" name="Compute growth skill 1">
            <a:extLst xmlns:a="http://schemas.openxmlformats.org/drawingml/2006/main">
              <a:ext uri="{FF2B5EF4-FFF2-40B4-BE49-F238E27FC236}">
                <a16:creationId xmlns:a16="http://schemas.microsoft.com/office/drawing/2014/main" id="{FDBEBA6D-9434-4143-8898-1E58D5E178FD}"/>
              </a:ext>
            </a:extLst>
          </p:cNvPr>
          <p:cNvSpPr>
            <a:spLocks xmlns:a="http://schemas.openxmlformats.org/drawingml/2006/main" noGrp="1"/>
          </p:cNvSpPr>
          <p:nvPr/>
        </p:nvSpPr>
        <p:spPr>
          <a:xfrm xmlns:a="http://schemas.openxmlformats.org/drawingml/2006/main">
            <a:off x="5736182" y="9958310"/>
            <a:ext cx="2634995" cy="314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155" b="1">
                <a:solidFill>
                  <a:srgbClr val="1C445B"/>
                </a:solidFill>
                <a:latin typeface="Arial"/>
                <a:ea typeface="Arial"/>
                <a:cs typeface="Arial"/>
              </a:defRPr>
            </a:pPr>
            <a:r>
              <a:rPr sz="2155" b="1">
                <a:solidFill>
                  <a:srgbClr val="1C445B"/>
                </a:solidFill>
                <a:latin typeface="Arial"/>
                <a:ea typeface="Arial"/>
                <a:cs typeface="Arial"/>
              </a:rPr>
              <a:t>LLMs</a:t>
            </a:r>
          </a:p>
        </p:txBody>
      </p:sp>
      <p:sp>
        <p:nvSpPr>
          <p:cNvPr id="28" name="AI growth skill 2">
            <a:extLst xmlns:a="http://schemas.openxmlformats.org/drawingml/2006/main">
              <a:ext uri="{FF2B5EF4-FFF2-40B4-BE49-F238E27FC236}">
                <a16:creationId xmlns:a16="http://schemas.microsoft.com/office/drawing/2014/main" id="{B1CBAE9C-2795-49CF-9767-5D98FF30AE30}"/>
              </a:ext>
            </a:extLst>
          </p:cNvPr>
          <p:cNvSpPr>
            <a:spLocks xmlns:a="http://schemas.openxmlformats.org/drawingml/2006/main" noGrp="1"/>
          </p:cNvSpPr>
          <p:nvPr/>
        </p:nvSpPr>
        <p:spPr>
          <a:xfrm xmlns:a="http://schemas.openxmlformats.org/drawingml/2006/main">
            <a:off x="506730" y="10272676"/>
            <a:ext cx="2634995" cy="314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155" b="1">
                <a:solidFill>
                  <a:srgbClr val="1C445B"/>
                </a:solidFill>
                <a:latin typeface="Arial"/>
                <a:ea typeface="Arial"/>
                <a:cs typeface="Arial"/>
              </a:defRPr>
            </a:pPr>
            <a:r>
              <a:rPr sz="2155" b="1">
                <a:solidFill>
                  <a:srgbClr val="1C445B"/>
                </a:solidFill>
                <a:latin typeface="Arial"/>
                <a:ea typeface="Arial"/>
                <a:cs typeface="Arial"/>
              </a:rPr>
              <a:t>Prompting</a:t>
            </a:r>
          </a:p>
        </p:txBody>
      </p:sp>
      <p:sp>
        <p:nvSpPr>
          <p:cNvPr id="29" name="Compute growth skill 2">
            <a:extLst xmlns:a="http://schemas.openxmlformats.org/drawingml/2006/main">
              <a:ext uri="{FF2B5EF4-FFF2-40B4-BE49-F238E27FC236}">
                <a16:creationId xmlns:a16="http://schemas.microsoft.com/office/drawing/2014/main" id="{EAB058F3-5F6A-4D44-8E79-D05E18A01A79}"/>
              </a:ext>
            </a:extLst>
          </p:cNvPr>
          <p:cNvSpPr>
            <a:spLocks xmlns:a="http://schemas.openxmlformats.org/drawingml/2006/main" noGrp="1"/>
          </p:cNvSpPr>
          <p:nvPr/>
        </p:nvSpPr>
        <p:spPr>
          <a:xfrm xmlns:a="http://schemas.openxmlformats.org/drawingml/2006/main">
            <a:off x="5736182" y="10272676"/>
            <a:ext cx="2634995" cy="314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155" b="1">
                <a:solidFill>
                  <a:srgbClr val="1C445B"/>
                </a:solidFill>
                <a:latin typeface="Arial"/>
                <a:ea typeface="Arial"/>
                <a:cs typeface="Arial"/>
              </a:defRPr>
            </a:pPr>
            <a:r>
              <a:rPr sz="2155" b="1">
                <a:solidFill>
                  <a:srgbClr val="1C445B"/>
                </a:solidFill>
                <a:latin typeface="Arial"/>
                <a:ea typeface="Arial"/>
                <a:cs typeface="Arial"/>
              </a:rPr>
              <a:t>Docker</a:t>
            </a:r>
          </a:p>
        </p:txBody>
      </p:sp>
      <p:sp>
        <p:nvSpPr>
          <p:cNvPr id="30" name="AI growth skill 3">
            <a:extLst xmlns:a="http://schemas.openxmlformats.org/drawingml/2006/main">
              <a:ext uri="{FF2B5EF4-FFF2-40B4-BE49-F238E27FC236}">
                <a16:creationId xmlns:a16="http://schemas.microsoft.com/office/drawing/2014/main" id="{83E71C8B-6B6D-4760-B5F0-93F3D747D414}"/>
              </a:ext>
            </a:extLst>
          </p:cNvPr>
          <p:cNvSpPr>
            <a:spLocks xmlns:a="http://schemas.openxmlformats.org/drawingml/2006/main" noGrp="1"/>
          </p:cNvSpPr>
          <p:nvPr/>
        </p:nvSpPr>
        <p:spPr>
          <a:xfrm xmlns:a="http://schemas.openxmlformats.org/drawingml/2006/main">
            <a:off x="506730" y="10587042"/>
            <a:ext cx="2634995" cy="314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155" b="1">
                <a:solidFill>
                  <a:srgbClr val="1C445B"/>
                </a:solidFill>
                <a:latin typeface="Arial"/>
                <a:ea typeface="Arial"/>
                <a:cs typeface="Arial"/>
              </a:defRPr>
            </a:pPr>
            <a:r>
              <a:rPr sz="2155" b="1">
                <a:solidFill>
                  <a:srgbClr val="1C445B"/>
                </a:solidFill>
                <a:latin typeface="Arial"/>
                <a:ea typeface="Arial"/>
                <a:cs typeface="Arial"/>
              </a:rPr>
              <a:t>Automation</a:t>
            </a:r>
          </a:p>
        </p:txBody>
      </p:sp>
      <p:sp>
        <p:nvSpPr>
          <p:cNvPr id="31" name="Compute growth skill 3">
            <a:extLst xmlns:a="http://schemas.openxmlformats.org/drawingml/2006/main">
              <a:ext uri="{FF2B5EF4-FFF2-40B4-BE49-F238E27FC236}">
                <a16:creationId xmlns:a16="http://schemas.microsoft.com/office/drawing/2014/main" id="{5C6B51F0-EB40-449A-8F83-8A3FEF5721AC}"/>
              </a:ext>
            </a:extLst>
          </p:cNvPr>
          <p:cNvSpPr>
            <a:spLocks xmlns:a="http://schemas.openxmlformats.org/drawingml/2006/main" noGrp="1"/>
          </p:cNvSpPr>
          <p:nvPr/>
        </p:nvSpPr>
        <p:spPr>
          <a:xfrm xmlns:a="http://schemas.openxmlformats.org/drawingml/2006/main">
            <a:off x="5736182" y="10587042"/>
            <a:ext cx="2634995" cy="314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155" b="1">
                <a:solidFill>
                  <a:srgbClr val="1C445B"/>
                </a:solidFill>
                <a:latin typeface="Arial"/>
                <a:ea typeface="Arial"/>
                <a:cs typeface="Arial"/>
              </a:defRPr>
            </a:pPr>
            <a:r>
              <a:rPr sz="2155" b="1">
                <a:solidFill>
                  <a:srgbClr val="1C445B"/>
                </a:solidFill>
                <a:latin typeface="Arial"/>
                <a:ea typeface="Arial"/>
                <a:cs typeface="Arial"/>
              </a:rPr>
              <a:t>Deployment</a:t>
            </a:r>
          </a:p>
        </p:txBody>
      </p:sp>
      <p:sp>
        <p:nvSpPr>
          <p:cNvPr id="32" name="Isolated environment">
            <a:extLst xmlns:a="http://schemas.openxmlformats.org/drawingml/2006/main">
              <a:ext uri="{FF2B5EF4-FFF2-40B4-BE49-F238E27FC236}">
                <a16:creationId xmlns:a16="http://schemas.microsoft.com/office/drawing/2014/main" id="{B6979698-27DB-4E02-B460-9FA9B42AE316}"/>
              </a:ext>
            </a:extLst>
          </p:cNvPr>
          <p:cNvSpPr>
            <a:spLocks xmlns:a="http://schemas.openxmlformats.org/drawingml/2006/main" noGrp="1"/>
          </p:cNvSpPr>
          <p:nvPr/>
        </p:nvSpPr>
        <p:spPr>
          <a:xfrm xmlns:a="http://schemas.openxmlformats.org/drawingml/2006/main">
            <a:off x="3952493" y="3954930"/>
            <a:ext cx="2736341" cy="3245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596" b="1">
                <a:solidFill>
                  <a:srgbClr val="1C445B"/>
                </a:solidFill>
                <a:latin typeface="Arial"/>
                <a:ea typeface="Arial"/>
                <a:cs typeface="Arial"/>
              </a:defRPr>
            </a:pPr>
            <a:r>
              <a:rPr sz="1596" b="1">
                <a:solidFill>
                  <a:srgbClr val="1C445B"/>
                </a:solidFill>
                <a:latin typeface="Arial"/>
                <a:ea typeface="Arial"/>
                <a:cs typeface="Arial"/>
              </a:rPr>
              <a:t>ISOLATED SANDBOX</a:t>
            </a:r>
          </a:p>
        </p:txBody>
      </p:sp>
      <p:sp>
        <p:nvSpPr>
          <p:cNvPr id="33" name="Mentored learning">
            <a:extLst xmlns:a="http://schemas.openxmlformats.org/drawingml/2006/main">
              <a:ext uri="{FF2B5EF4-FFF2-40B4-BE49-F238E27FC236}">
                <a16:creationId xmlns:a16="http://schemas.microsoft.com/office/drawing/2014/main" id="{78C41445-A0A4-4F22-95A5-0E632AAB934A}"/>
              </a:ext>
            </a:extLst>
          </p:cNvPr>
          <p:cNvSpPr>
            <a:spLocks xmlns:a="http://schemas.openxmlformats.org/drawingml/2006/main" noGrp="1"/>
          </p:cNvSpPr>
          <p:nvPr/>
        </p:nvSpPr>
        <p:spPr>
          <a:xfrm xmlns:a="http://schemas.openxmlformats.org/drawingml/2006/main">
            <a:off x="7459064" y="3954930"/>
            <a:ext cx="2726207" cy="3245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596" b="1">
                <a:solidFill>
                  <a:srgbClr val="1C445B"/>
                </a:solidFill>
                <a:latin typeface="Arial"/>
                <a:ea typeface="Arial"/>
                <a:cs typeface="Arial"/>
              </a:defRPr>
            </a:pPr>
            <a:r>
              <a:rPr sz="1596" b="1">
                <a:solidFill>
                  <a:srgbClr val="1C445B"/>
                </a:solidFill>
                <a:latin typeface="Arial"/>
                <a:ea typeface="Arial"/>
                <a:cs typeface="Arial"/>
              </a:rPr>
              <a:t>MENTORED PRACTICE</a:t>
            </a:r>
          </a:p>
        </p:txBody>
      </p:sp>
      <p:sp>
        <p:nvSpPr>
          <p:cNvPr id="34" name="Support section title">
            <a:extLst xmlns:a="http://schemas.openxmlformats.org/drawingml/2006/main">
              <a:ext uri="{FF2B5EF4-FFF2-40B4-BE49-F238E27FC236}">
                <a16:creationId xmlns:a16="http://schemas.microsoft.com/office/drawing/2014/main" id="{3B26C020-1ED3-4B56-AA59-911B590AB172}"/>
              </a:ext>
            </a:extLst>
          </p:cNvPr>
          <p:cNvSpPr>
            <a:spLocks xmlns:a="http://schemas.openxmlformats.org/drawingml/2006/main" noGrp="1"/>
          </p:cNvSpPr>
          <p:nvPr/>
        </p:nvSpPr>
        <p:spPr>
          <a:xfrm xmlns:a="http://schemas.openxmlformats.org/drawingml/2006/main">
            <a:off x="506730" y="6601690"/>
            <a:ext cx="3101187" cy="47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793" b="0">
                <a:solidFill>
                  <a:srgbClr val="2D6B94"/>
                </a:solidFill>
                <a:latin typeface="Impact"/>
                <a:ea typeface="Impact"/>
                <a:cs typeface="Impact"/>
              </a:defRPr>
            </a:pPr>
            <a:r>
              <a:rPr sz="2793" b="0">
                <a:solidFill>
                  <a:srgbClr val="2D6B94"/>
                </a:solidFill>
                <a:latin typeface="Impact"/>
                <a:ea typeface="Impact"/>
                <a:cs typeface="Impact"/>
              </a:rPr>
              <a:t>YOUR SUPPORT</a:t>
            </a:r>
          </a:p>
        </p:txBody>
      </p:sp>
      <p:sp>
        <p:nvSpPr>
          <p:cNvPr id="35" name="Certificate">
            <a:extLst xmlns:a="http://schemas.openxmlformats.org/drawingml/2006/main">
              <a:ext uri="{FF2B5EF4-FFF2-40B4-BE49-F238E27FC236}">
                <a16:creationId xmlns:a16="http://schemas.microsoft.com/office/drawing/2014/main" id="{E2FBC27E-2CFE-48FA-B275-992AA332E58D}"/>
              </a:ext>
            </a:extLst>
          </p:cNvPr>
          <p:cNvSpPr>
            <a:spLocks xmlns:a="http://schemas.openxmlformats.org/drawingml/2006/main" noGrp="1"/>
          </p:cNvSpPr>
          <p:nvPr/>
        </p:nvSpPr>
        <p:spPr>
          <a:xfrm xmlns:a="http://schemas.openxmlformats.org/drawingml/2006/main">
            <a:off x="1317498" y="7879437"/>
            <a:ext cx="2290419" cy="6490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995" b="0">
                <a:solidFill>
                  <a:srgbClr val="1C445B"/>
                </a:solidFill>
                <a:latin typeface="Impact"/>
                <a:ea typeface="Impact"/>
                <a:cs typeface="Impact"/>
              </a:defRPr>
            </a:pPr>
            <a:r>
              <a:rPr sz="1995" b="0">
                <a:solidFill>
                  <a:srgbClr val="1C445B"/>
                </a:solidFill>
                <a:latin typeface="Impact"/>
                <a:ea typeface="Impact"/>
                <a:cs typeface="Impact"/>
              </a:rPr>
              <a:t>COMPLETION</a:t>
            </a:r>
          </a:p>
          <a:p xmlns:a="http://schemas.openxmlformats.org/drawingml/2006/main">
            <a:pPr algn="l">
              <a:lnSpc>
                <a:spcPct val="100000"/>
              </a:lnSpc>
              <a:buNone/>
              <a:defRPr sz="1995" b="0">
                <a:solidFill>
                  <a:srgbClr val="1C445B"/>
                </a:solidFill>
                <a:latin typeface="Impact"/>
                <a:ea typeface="Impact"/>
                <a:cs typeface="Impact"/>
              </a:defRPr>
            </a:pPr>
            <a:r>
              <a:rPr sz="1995" b="0">
                <a:solidFill>
                  <a:srgbClr val="1C445B"/>
                </a:solidFill>
                <a:latin typeface="Impact"/>
                <a:ea typeface="Impact"/>
                <a:cs typeface="Impact"/>
              </a:rPr>
              <a:t>CERTIFICATE</a:t>
            </a:r>
          </a:p>
        </p:txBody>
      </p:sp>
      <p:sp>
        <p:nvSpPr>
          <p:cNvPr id="36" name="Coaching">
            <a:extLst xmlns:a="http://schemas.openxmlformats.org/drawingml/2006/main">
              <a:ext uri="{FF2B5EF4-FFF2-40B4-BE49-F238E27FC236}">
                <a16:creationId xmlns:a16="http://schemas.microsoft.com/office/drawing/2014/main" id="{90F0D3B2-66CB-4694-9D2F-8600A579134F}"/>
              </a:ext>
            </a:extLst>
          </p:cNvPr>
          <p:cNvSpPr>
            <a:spLocks xmlns:a="http://schemas.openxmlformats.org/drawingml/2006/main" noGrp="1"/>
          </p:cNvSpPr>
          <p:nvPr/>
        </p:nvSpPr>
        <p:spPr>
          <a:xfrm xmlns:a="http://schemas.openxmlformats.org/drawingml/2006/main">
            <a:off x="4793664" y="6550986"/>
            <a:ext cx="2097862" cy="598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915" b="0">
                <a:solidFill>
                  <a:srgbClr val="1C445B"/>
                </a:solidFill>
                <a:latin typeface="Arial"/>
                <a:ea typeface="Arial"/>
                <a:cs typeface="Arial"/>
              </a:defRPr>
            </a:pPr>
            <a:r>
              <a:rPr sz="1915" b="0">
                <a:solidFill>
                  <a:srgbClr val="1C445B"/>
                </a:solidFill>
                <a:latin typeface="Arial"/>
                <a:ea typeface="Arial"/>
                <a:cs typeface="Arial"/>
              </a:rPr>
              <a:t>Weekly</a:t>
            </a:r>
          </a:p>
          <a:p xmlns:a="http://schemas.openxmlformats.org/drawingml/2006/main">
            <a:pPr algn="l">
              <a:lnSpc>
                <a:spcPct val="100000"/>
              </a:lnSpc>
              <a:buNone/>
              <a:defRPr sz="1915" b="0">
                <a:solidFill>
                  <a:srgbClr val="1C445B"/>
                </a:solidFill>
                <a:latin typeface="Arial"/>
                <a:ea typeface="Arial"/>
                <a:cs typeface="Arial"/>
              </a:defRPr>
            </a:pPr>
            <a:r>
              <a:rPr sz="1915" b="0">
                <a:solidFill>
                  <a:srgbClr val="1C445B"/>
                </a:solidFill>
                <a:latin typeface="Arial"/>
                <a:ea typeface="Arial"/>
                <a:cs typeface="Arial"/>
              </a:rPr>
              <a:t>1:1 coaching</a:t>
            </a:r>
          </a:p>
        </p:txBody>
      </p:sp>
      <p:sp>
        <p:nvSpPr>
          <p:cNvPr id="37" name="Workshops">
            <a:extLst xmlns:a="http://schemas.openxmlformats.org/drawingml/2006/main">
              <a:ext uri="{FF2B5EF4-FFF2-40B4-BE49-F238E27FC236}">
                <a16:creationId xmlns:a16="http://schemas.microsoft.com/office/drawing/2014/main" id="{6DC1D95F-DB13-4815-9995-0B4FD4C1FEF7}"/>
              </a:ext>
            </a:extLst>
          </p:cNvPr>
          <p:cNvSpPr>
            <a:spLocks xmlns:a="http://schemas.openxmlformats.org/drawingml/2006/main" noGrp="1"/>
          </p:cNvSpPr>
          <p:nvPr/>
        </p:nvSpPr>
        <p:spPr>
          <a:xfrm xmlns:a="http://schemas.openxmlformats.org/drawingml/2006/main">
            <a:off x="8107678" y="6550986"/>
            <a:ext cx="2077592" cy="598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915" b="0">
                <a:solidFill>
                  <a:srgbClr val="1C445B"/>
                </a:solidFill>
                <a:latin typeface="Arial"/>
                <a:ea typeface="Arial"/>
                <a:cs typeface="Arial"/>
              </a:defRPr>
            </a:pPr>
            <a:r>
              <a:rPr sz="1915" b="0">
                <a:solidFill>
                  <a:srgbClr val="1C445B"/>
                </a:solidFill>
                <a:latin typeface="Arial"/>
                <a:ea typeface="Arial"/>
                <a:cs typeface="Arial"/>
              </a:rPr>
              <a:t>3 technical</a:t>
            </a:r>
          </a:p>
          <a:p xmlns:a="http://schemas.openxmlformats.org/drawingml/2006/main">
            <a:pPr algn="l">
              <a:lnSpc>
                <a:spcPct val="100000"/>
              </a:lnSpc>
              <a:buNone/>
              <a:defRPr sz="1915" b="0">
                <a:solidFill>
                  <a:srgbClr val="1C445B"/>
                </a:solidFill>
                <a:latin typeface="Arial"/>
                <a:ea typeface="Arial"/>
                <a:cs typeface="Arial"/>
              </a:defRPr>
            </a:pPr>
            <a:r>
              <a:rPr sz="1915" b="0">
                <a:solidFill>
                  <a:srgbClr val="1C445B"/>
                </a:solidFill>
                <a:latin typeface="Arial"/>
                <a:ea typeface="Arial"/>
                <a:cs typeface="Arial"/>
              </a:rPr>
              <a:t>workshops</a:t>
            </a:r>
          </a:p>
        </p:txBody>
      </p:sp>
      <p:sp>
        <p:nvSpPr>
          <p:cNvPr id="38" name="Support divider 1">
            <a:extLst xmlns:a="http://schemas.openxmlformats.org/drawingml/2006/main">
              <a:ext uri="{FF2B5EF4-FFF2-40B4-BE49-F238E27FC236}">
                <a16:creationId xmlns:a16="http://schemas.microsoft.com/office/drawing/2014/main" id="{0745A512-C2CA-415F-8007-07D6D9873F9C}"/>
              </a:ext>
            </a:extLst>
          </p:cNvPr>
          <p:cNvSpPr>
            <a:spLocks xmlns:a="http://schemas.openxmlformats.org/drawingml/2006/main" noGrp="1"/>
          </p:cNvSpPr>
          <p:nvPr/>
        </p:nvSpPr>
        <p:spPr>
          <a:xfrm xmlns:a="http://schemas.openxmlformats.org/drawingml/2006/main">
            <a:off x="3780205" y="7909859"/>
            <a:ext cx="10135" cy="932958"/>
          </a:xfrm>
          <a:prstGeom xmlns:a="http://schemas.openxmlformats.org/drawingml/2006/main" prst="rect">
            <a:avLst/>
          </a:prstGeom>
          <a:solidFill xmlns:a="http://schemas.openxmlformats.org/drawingml/2006/main">
            <a:srgbClr val="A5C9DE"/>
          </a:solidFill>
          <a:ln xmlns:a="http://schemas.openxmlformats.org/drawingml/2006/main" w="0">
            <a:noFill/>
          </a:ln>
        </p:spPr>
      </p:sp>
      <p:sp>
        <p:nvSpPr>
          <p:cNvPr id="39" name="Support divider 2">
            <a:extLst xmlns:a="http://schemas.openxmlformats.org/drawingml/2006/main">
              <a:ext uri="{FF2B5EF4-FFF2-40B4-BE49-F238E27FC236}">
                <a16:creationId xmlns:a16="http://schemas.microsoft.com/office/drawing/2014/main" id="{9DC45513-4661-40EE-A3BB-F47762FAFCA6}"/>
              </a:ext>
            </a:extLst>
          </p:cNvPr>
          <p:cNvSpPr>
            <a:spLocks xmlns:a="http://schemas.openxmlformats.org/drawingml/2006/main" noGrp="1"/>
          </p:cNvSpPr>
          <p:nvPr/>
        </p:nvSpPr>
        <p:spPr>
          <a:xfrm xmlns:a="http://schemas.openxmlformats.org/drawingml/2006/main">
            <a:off x="7084083" y="7909859"/>
            <a:ext cx="10135" cy="932958"/>
          </a:xfrm>
          <a:prstGeom xmlns:a="http://schemas.openxmlformats.org/drawingml/2006/main" prst="rect">
            <a:avLst/>
          </a:prstGeom>
          <a:solidFill xmlns:a="http://schemas.openxmlformats.org/drawingml/2006/main">
            <a:srgbClr val="A5C9DE"/>
          </a:solidFill>
          <a:ln xmlns:a="http://schemas.openxmlformats.org/drawingml/2006/main" w="0">
            <a:noFill/>
          </a:ln>
        </p:spPr>
      </p:sp>
      <p:sp>
        <p:nvSpPr>
          <p:cNvPr id="40" name="Eligibility">
            <a:extLst xmlns:a="http://schemas.openxmlformats.org/drawingml/2006/main">
              <a:ext uri="{FF2B5EF4-FFF2-40B4-BE49-F238E27FC236}">
                <a16:creationId xmlns:a16="http://schemas.microsoft.com/office/drawing/2014/main" id="{E6DE3885-5E5D-4EF0-ADF8-24862D0BF1CA}"/>
              </a:ext>
            </a:extLst>
          </p:cNvPr>
          <p:cNvSpPr>
            <a:spLocks xmlns:a="http://schemas.openxmlformats.org/drawingml/2006/main" noGrp="1"/>
          </p:cNvSpPr>
          <p:nvPr/>
        </p:nvSpPr>
        <p:spPr>
          <a:xfrm xmlns:a="http://schemas.openxmlformats.org/drawingml/2006/main">
            <a:off x="506730" y="11012958"/>
            <a:ext cx="4560569" cy="425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474" b="1">
                <a:solidFill>
                  <a:srgbClr val="FFFFFF"/>
                </a:solidFill>
                <a:latin typeface="Arial"/>
                <a:ea typeface="Arial"/>
                <a:cs typeface="Arial"/>
              </a:defRPr>
            </a:pPr>
            <a:r>
              <a:rPr sz="2474" b="1">
                <a:solidFill>
                  <a:srgbClr val="193F57"/>
                </a:solidFill>
                <a:latin typeface="Arial"/>
                <a:ea typeface="Arial"/>
                <a:cs typeface="Arial"/>
              </a:rPr>
              <a:t>POLYU STUDENTS</a:t>
            </a:r>
          </a:p>
        </p:txBody>
      </p:sp>
      <p:sp>
        <p:nvSpPr>
          <p:cNvPr id="41" name="Planned places">
            <a:extLst xmlns:a="http://schemas.openxmlformats.org/drawingml/2006/main">
              <a:ext uri="{FF2B5EF4-FFF2-40B4-BE49-F238E27FC236}">
                <a16:creationId xmlns:a16="http://schemas.microsoft.com/office/drawing/2014/main" id="{3D5A232E-FEBA-4C4E-A03F-40A6472A2182}"/>
              </a:ext>
            </a:extLst>
          </p:cNvPr>
          <p:cNvSpPr>
            <a:spLocks xmlns:a="http://schemas.openxmlformats.org/drawingml/2006/main" noGrp="1"/>
          </p:cNvSpPr>
          <p:nvPr/>
        </p:nvSpPr>
        <p:spPr>
          <a:xfrm xmlns:a="http://schemas.openxmlformats.org/drawingml/2006/main">
            <a:off x="5736182" y="11012958"/>
            <a:ext cx="4449088" cy="425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474" b="1">
                <a:solidFill>
                  <a:srgbClr val="FFFFFF"/>
                </a:solidFill>
                <a:latin typeface="Arial"/>
                <a:ea typeface="Arial"/>
                <a:cs typeface="Arial"/>
              </a:defRPr>
            </a:pPr>
            <a:r>
              <a:rPr sz="2474" b="1">
                <a:solidFill>
                  <a:srgbClr val="193F57"/>
                </a:solidFill>
                <a:latin typeface="Arial"/>
                <a:ea typeface="Arial"/>
                <a:cs typeface="Arial"/>
              </a:rPr>
              <a:t>8-12 PLACES PLANNED</a:t>
            </a:r>
          </a:p>
        </p:txBody>
      </p:sp>
      <p:sp>
        <p:nvSpPr>
          <p:cNvPr id="42" name="Schedule">
            <a:extLst xmlns:a="http://schemas.openxmlformats.org/drawingml/2006/main">
              <a:ext uri="{FF2B5EF4-FFF2-40B4-BE49-F238E27FC236}">
                <a16:creationId xmlns:a16="http://schemas.microsoft.com/office/drawing/2014/main" id="{16A9C2DA-5E24-4969-B906-5168B903036B}"/>
              </a:ext>
            </a:extLst>
          </p:cNvPr>
          <p:cNvSpPr>
            <a:spLocks xmlns:a="http://schemas.openxmlformats.org/drawingml/2006/main" noGrp="1"/>
          </p:cNvSpPr>
          <p:nvPr/>
        </p:nvSpPr>
        <p:spPr>
          <a:xfrm xmlns:a="http://schemas.openxmlformats.org/drawingml/2006/main">
            <a:off x="506730" y="11418592"/>
            <a:ext cx="9678540" cy="3447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075" b="0">
                <a:solidFill>
                  <a:srgbClr val="193F57"/>
                </a:solidFill>
                <a:latin typeface="Arial"/>
                <a:ea typeface="Arial"/>
                <a:cs typeface="Arial"/>
              </a:defRPr>
            </a:pPr>
            <a:r>
              <a:rPr sz="2075" b="0">
                <a:solidFill>
                  <a:srgbClr val="193F57"/>
                </a:solidFill>
                <a:latin typeface="Arial"/>
                <a:ea typeface="Arial"/>
                <a:cs typeface="Arial"/>
              </a:rPr>
              <a:t>STAGE 1: 4-WEEK SPRINT + 1-WEEK READINESS REVIEW</a:t>
            </a:r>
          </a:p>
        </p:txBody>
      </p:sp>
      <p:sp>
        <p:nvSpPr>
          <p:cNvPr id="43" name="Join heading">
            <a:extLst xmlns:a="http://schemas.openxmlformats.org/drawingml/2006/main">
              <a:ext uri="{FF2B5EF4-FFF2-40B4-BE49-F238E27FC236}">
                <a16:creationId xmlns:a16="http://schemas.microsoft.com/office/drawing/2014/main" id="{EFCE26EC-0B57-468F-B22C-B8D4B18B08D1}"/>
              </a:ext>
            </a:extLst>
          </p:cNvPr>
          <p:cNvSpPr>
            <a:spLocks xmlns:a="http://schemas.openxmlformats.org/drawingml/2006/main" noGrp="1"/>
          </p:cNvSpPr>
          <p:nvPr/>
        </p:nvSpPr>
        <p:spPr>
          <a:xfrm xmlns:a="http://schemas.openxmlformats.org/drawingml/2006/main">
            <a:off x="506730" y="11945915"/>
            <a:ext cx="9678540" cy="5273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3431" b="0">
                <a:solidFill>
                  <a:srgbClr val="FFFFFF"/>
                </a:solidFill>
                <a:latin typeface="Impact"/>
                <a:ea typeface="Impact"/>
                <a:cs typeface="Impact"/>
              </a:defRPr>
            </a:pPr>
            <a:r>
              <a:rPr sz="3431" b="0">
                <a:solidFill>
                  <a:srgbClr val="2D6B94"/>
                </a:solidFill>
                <a:latin typeface="Impact"/>
                <a:ea typeface="Impact"/>
                <a:cs typeface="Impact"/>
              </a:rPr>
              <a:t>JOIN THE ORGANISING TEAM</a:t>
            </a:r>
          </a:p>
        </p:txBody>
      </p:sp>
      <p:sp>
        <p:nvSpPr>
          <p:cNvPr id="44" name="Introduction - one editable paragraph">
            <a:extLst xmlns:a="http://schemas.openxmlformats.org/drawingml/2006/main">
              <a:ext uri="{FF2B5EF4-FFF2-40B4-BE49-F238E27FC236}">
                <a16:creationId xmlns:a16="http://schemas.microsoft.com/office/drawing/2014/main" id="{765B2BB6-405A-4B5C-BD2C-E4BE5B075E4F}"/>
              </a:ext>
            </a:extLst>
          </p:cNvPr>
          <p:cNvSpPr>
            <a:spLocks xmlns:a="http://schemas.openxmlformats.org/drawingml/2006/main" noGrp="1"/>
          </p:cNvSpPr>
          <p:nvPr/>
        </p:nvSpPr>
        <p:spPr>
          <a:xfrm xmlns:a="http://schemas.openxmlformats.org/drawingml/2006/main">
            <a:off x="506730" y="12574648"/>
            <a:ext cx="7266506" cy="15616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96" b="0">
                <a:solidFill>
                  <a:srgbClr val="1C445B"/>
                </a:solidFill>
                <a:latin typeface="Arial"/>
                <a:ea typeface="Arial"/>
                <a:cs typeface="Arial"/>
              </a:defRPr>
            </a:pPr>
            <a:r>
              <a:rPr sz="1596" b="0">
                <a:solidFill>
                  <a:srgbClr val="1C445B"/>
                </a:solidFill>
                <a:latin typeface="Arial"/>
                <a:ea typeface="Arial"/>
                <a:cs typeface="Arial"/>
              </a:rPr>
              <a:t>Help organise the PolyGate Agent Challenge: build agent-native mock APIs and deploy APIs and LLMs with Docker in a sandbox isolated from ITS production systems. Develop AI and computing skills with coaching and workshops, and gain a certificate, compute access for your own projects and research connections. All PolyU programmes welcome. Competition entrants will be recruited separately for Stage 2. Dates to follow.</a:t>
            </a:r>
          </a:p>
        </p:txBody>
      </p:sp>
      <p:sp>
        <p:nvSpPr>
          <p:cNvPr id="45" name="GitHub repository link">
            <a:extLst xmlns:a="http://schemas.openxmlformats.org/drawingml/2006/main">
              <a:ext uri="{FF2B5EF4-FFF2-40B4-BE49-F238E27FC236}">
                <a16:creationId xmlns:a16="http://schemas.microsoft.com/office/drawing/2014/main" id="{C7865D70-76CC-4793-968D-9A5A03FA3155}"/>
              </a:ext>
            </a:extLst>
          </p:cNvPr>
          <p:cNvSpPr>
            <a:spLocks xmlns:a="http://schemas.openxmlformats.org/drawingml/2006/main" noGrp="1"/>
          </p:cNvSpPr>
          <p:nvPr/>
        </p:nvSpPr>
        <p:spPr>
          <a:xfrm xmlns:a="http://schemas.openxmlformats.org/drawingml/2006/main">
            <a:off x="506730" y="14116056"/>
            <a:ext cx="7266506" cy="273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1756" b="0">
                <a:solidFill>
                  <a:srgbClr val="FFE38D"/>
                </a:solidFill>
                <a:latin typeface="Arial"/>
                <a:ea typeface="Arial"/>
                <a:cs typeface="Arial"/>
              </a:defRPr>
            </a:pPr>
            <a:r>
              <a:rPr sz="1516" b="0">
                <a:solidFill>
                  <a:srgbClr val="215F8C"/>
                </a:solidFill>
                <a:latin typeface="Arial"/>
                <a:ea typeface="Arial"/>
                <a:cs typeface="Arial"/>
                <a:hlinkClick xmlns:r="http://schemas.openxmlformats.org/officeDocument/2006/relationships" r:id="R2aa057b8d70f4eb4"/>
              </a:rPr>
              <a:t>github.com/zhiyuanGH/polygate-mock-api-suite</a:t>
            </a:r>
          </a:p>
        </p:txBody>
      </p:sp>
      <p:sp>
        <p:nvSpPr>
          <p:cNvPr id="48" name="Rewards section title">
            <a:extLst xmlns:a="http://schemas.openxmlformats.org/drawingml/2006/main">
              <a:ext uri="{FF2B5EF4-FFF2-40B4-BE49-F238E27FC236}">
                <a16:creationId xmlns:a16="http://schemas.microsoft.com/office/drawing/2014/main" id="{00539F2E-87CF-4EA3-BA42-0FA335D6CFD3}"/>
              </a:ext>
            </a:extLst>
          </p:cNvPr>
          <p:cNvSpPr>
            <a:spLocks xmlns:a="http://schemas.openxmlformats.org/drawingml/2006/main" noGrp="1"/>
          </p:cNvSpPr>
          <p:nvPr/>
        </p:nvSpPr>
        <p:spPr>
          <a:xfrm xmlns:a="http://schemas.openxmlformats.org/drawingml/2006/main">
            <a:off x="506730" y="7362254"/>
            <a:ext cx="9678540" cy="425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953" b="0">
                <a:solidFill>
                  <a:srgbClr val="2D6B94"/>
                </a:solidFill>
                <a:latin typeface="Impact"/>
                <a:ea typeface="Impact"/>
                <a:cs typeface="Impact"/>
              </a:defRPr>
            </a:pPr>
            <a:r>
              <a:rPr sz="2953" b="0">
                <a:solidFill>
                  <a:srgbClr val="2D6B94"/>
                </a:solidFill>
                <a:latin typeface="Impact"/>
                <a:ea typeface="Impact"/>
                <a:cs typeface="Impact"/>
              </a:rPr>
              <a:t>YOUR REWARDS</a:t>
            </a:r>
          </a:p>
        </p:txBody>
      </p:sp>
      <p:sp>
        <p:nvSpPr>
          <p:cNvPr id="49" name="Certificate reward detail">
            <a:extLst xmlns:a="http://schemas.openxmlformats.org/drawingml/2006/main">
              <a:ext uri="{FF2B5EF4-FFF2-40B4-BE49-F238E27FC236}">
                <a16:creationId xmlns:a16="http://schemas.microsoft.com/office/drawing/2014/main" id="{C638ECC8-0AB6-47A4-BE32-09F527DB9A0E}"/>
              </a:ext>
            </a:extLst>
          </p:cNvPr>
          <p:cNvSpPr>
            <a:spLocks xmlns:a="http://schemas.openxmlformats.org/drawingml/2006/main" noGrp="1"/>
          </p:cNvSpPr>
          <p:nvPr/>
        </p:nvSpPr>
        <p:spPr>
          <a:xfrm xmlns:a="http://schemas.openxmlformats.org/drawingml/2006/main">
            <a:off x="1317498" y="8548732"/>
            <a:ext cx="2290419" cy="283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1516" b="0">
                <a:solidFill>
                  <a:srgbClr val="1C445B"/>
                </a:solidFill>
                <a:latin typeface="Arial"/>
                <a:ea typeface="Arial"/>
                <a:cs typeface="Arial"/>
              </a:defRPr>
            </a:pPr>
            <a:r>
              <a:rPr sz="1516" b="0">
                <a:solidFill>
                  <a:srgbClr val="1C445B"/>
                </a:solidFill>
                <a:latin typeface="Arial"/>
                <a:ea typeface="Arial"/>
                <a:cs typeface="Arial"/>
              </a:rPr>
              <a:t>Recognised contribution</a:t>
            </a:r>
          </a:p>
        </p:txBody>
      </p:sp>
      <p:sp>
        <p:nvSpPr>
          <p:cNvPr id="50" name="Compute reward heading">
            <a:extLst xmlns:a="http://schemas.openxmlformats.org/drawingml/2006/main">
              <a:ext uri="{FF2B5EF4-FFF2-40B4-BE49-F238E27FC236}">
                <a16:creationId xmlns:a16="http://schemas.microsoft.com/office/drawing/2014/main" id="{CAA07A95-206F-4EB0-A873-E51EE6D17801}"/>
              </a:ext>
            </a:extLst>
          </p:cNvPr>
          <p:cNvSpPr>
            <a:spLocks xmlns:a="http://schemas.openxmlformats.org/drawingml/2006/main" noGrp="1"/>
          </p:cNvSpPr>
          <p:nvPr/>
        </p:nvSpPr>
        <p:spPr>
          <a:xfrm xmlns:a="http://schemas.openxmlformats.org/drawingml/2006/main">
            <a:off x="4722722" y="7879437"/>
            <a:ext cx="2107996" cy="6490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995" b="0">
                <a:solidFill>
                  <a:srgbClr val="1C445B"/>
                </a:solidFill>
                <a:latin typeface="Impact"/>
                <a:ea typeface="Impact"/>
                <a:cs typeface="Impact"/>
              </a:defRPr>
            </a:pPr>
            <a:r>
              <a:rPr sz="1995" b="0">
                <a:solidFill>
                  <a:srgbClr val="1C445B"/>
                </a:solidFill>
                <a:latin typeface="Impact"/>
                <a:ea typeface="Impact"/>
                <a:cs typeface="Impact"/>
              </a:rPr>
              <a:t>COMPUTE</a:t>
            </a:r>
          </a:p>
          <a:p xmlns:a="http://schemas.openxmlformats.org/drawingml/2006/main">
            <a:pPr algn="l">
              <a:lnSpc>
                <a:spcPct val="100000"/>
              </a:lnSpc>
              <a:buNone/>
              <a:defRPr sz="1995" b="0">
                <a:solidFill>
                  <a:srgbClr val="1C445B"/>
                </a:solidFill>
                <a:latin typeface="Impact"/>
                <a:ea typeface="Impact"/>
                <a:cs typeface="Impact"/>
              </a:defRPr>
            </a:pPr>
            <a:r>
              <a:rPr sz="1995" b="0">
                <a:solidFill>
                  <a:srgbClr val="1C445B"/>
                </a:solidFill>
                <a:latin typeface="Impact"/>
                <a:ea typeface="Impact"/>
                <a:cs typeface="Impact"/>
              </a:rPr>
              <a:t>ACCESS</a:t>
            </a:r>
          </a:p>
        </p:txBody>
      </p:sp>
      <p:sp>
        <p:nvSpPr>
          <p:cNvPr id="51" name="Compute reward detail">
            <a:extLst xmlns:a="http://schemas.openxmlformats.org/drawingml/2006/main">
              <a:ext uri="{FF2B5EF4-FFF2-40B4-BE49-F238E27FC236}">
                <a16:creationId xmlns:a16="http://schemas.microsoft.com/office/drawing/2014/main" id="{A00C0337-99BF-40F0-A884-CA0EA1224127}"/>
              </a:ext>
            </a:extLst>
          </p:cNvPr>
          <p:cNvSpPr>
            <a:spLocks xmlns:a="http://schemas.openxmlformats.org/drawingml/2006/main" noGrp="1"/>
          </p:cNvSpPr>
          <p:nvPr/>
        </p:nvSpPr>
        <p:spPr>
          <a:xfrm xmlns:a="http://schemas.openxmlformats.org/drawingml/2006/main">
            <a:off x="4722722" y="8548732"/>
            <a:ext cx="2107996" cy="283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1516" b="0">
                <a:solidFill>
                  <a:srgbClr val="1C445B"/>
                </a:solidFill>
                <a:latin typeface="Arial"/>
                <a:ea typeface="Arial"/>
                <a:cs typeface="Arial"/>
              </a:defRPr>
            </a:pPr>
            <a:r>
              <a:rPr sz="1516" b="0">
                <a:solidFill>
                  <a:srgbClr val="1C445B"/>
                </a:solidFill>
                <a:latin typeface="Arial"/>
                <a:ea typeface="Arial"/>
                <a:cs typeface="Arial"/>
              </a:rPr>
              <a:t>For your own projects</a:t>
            </a:r>
          </a:p>
        </p:txBody>
      </p:sp>
      <p:sp>
        <p:nvSpPr>
          <p:cNvPr id="52" name="Research reward heading">
            <a:extLst xmlns:a="http://schemas.openxmlformats.org/drawingml/2006/main">
              <a:ext uri="{FF2B5EF4-FFF2-40B4-BE49-F238E27FC236}">
                <a16:creationId xmlns:a16="http://schemas.microsoft.com/office/drawing/2014/main" id="{F5A0E04D-2789-4ED7-B06C-77527063D3FE}"/>
              </a:ext>
            </a:extLst>
          </p:cNvPr>
          <p:cNvSpPr>
            <a:spLocks xmlns:a="http://schemas.openxmlformats.org/drawingml/2006/main" noGrp="1"/>
          </p:cNvSpPr>
          <p:nvPr/>
        </p:nvSpPr>
        <p:spPr>
          <a:xfrm xmlns:a="http://schemas.openxmlformats.org/drawingml/2006/main">
            <a:off x="8016466" y="7879437"/>
            <a:ext cx="2168804" cy="6490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995" b="0">
                <a:solidFill>
                  <a:srgbClr val="1C445B"/>
                </a:solidFill>
                <a:latin typeface="Impact"/>
                <a:ea typeface="Impact"/>
                <a:cs typeface="Impact"/>
              </a:defRPr>
            </a:pPr>
            <a:r>
              <a:rPr sz="1995" b="0">
                <a:solidFill>
                  <a:srgbClr val="1C445B"/>
                </a:solidFill>
                <a:latin typeface="Impact"/>
                <a:ea typeface="Impact"/>
                <a:cs typeface="Impact"/>
              </a:rPr>
              <a:t>RESEARCH</a:t>
            </a:r>
          </a:p>
          <a:p xmlns:a="http://schemas.openxmlformats.org/drawingml/2006/main">
            <a:pPr algn="l">
              <a:lnSpc>
                <a:spcPct val="100000"/>
              </a:lnSpc>
              <a:buNone/>
              <a:defRPr sz="1995" b="0">
                <a:solidFill>
                  <a:srgbClr val="1C445B"/>
                </a:solidFill>
                <a:latin typeface="Impact"/>
                <a:ea typeface="Impact"/>
                <a:cs typeface="Impact"/>
              </a:defRPr>
            </a:pPr>
            <a:r>
              <a:rPr sz="1995" b="0">
                <a:solidFill>
                  <a:srgbClr val="1C445B"/>
                </a:solidFill>
                <a:latin typeface="Impact"/>
                <a:ea typeface="Impact"/>
                <a:cs typeface="Impact"/>
              </a:rPr>
              <a:t>CONNECTIONS</a:t>
            </a:r>
          </a:p>
        </p:txBody>
      </p:sp>
      <p:sp>
        <p:nvSpPr>
          <p:cNvPr id="53" name="Research reward detail">
            <a:extLst xmlns:a="http://schemas.openxmlformats.org/drawingml/2006/main">
              <a:ext uri="{FF2B5EF4-FFF2-40B4-BE49-F238E27FC236}">
                <a16:creationId xmlns:a16="http://schemas.microsoft.com/office/drawing/2014/main" id="{2D84538F-C161-4F2E-A7DC-681D5332D596}"/>
              </a:ext>
            </a:extLst>
          </p:cNvPr>
          <p:cNvSpPr>
            <a:spLocks xmlns:a="http://schemas.openxmlformats.org/drawingml/2006/main" noGrp="1"/>
          </p:cNvSpPr>
          <p:nvPr/>
        </p:nvSpPr>
        <p:spPr>
          <a:xfrm xmlns:a="http://schemas.openxmlformats.org/drawingml/2006/main">
            <a:off x="8016466" y="8548732"/>
            <a:ext cx="2168804" cy="283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1516" b="0">
                <a:solidFill>
                  <a:srgbClr val="1C445B"/>
                </a:solidFill>
                <a:latin typeface="Arial"/>
                <a:ea typeface="Arial"/>
                <a:cs typeface="Arial"/>
              </a:defRPr>
            </a:pPr>
            <a:r>
              <a:rPr sz="1516" b="0">
                <a:solidFill>
                  <a:srgbClr val="1C445B"/>
                </a:solidFill>
                <a:latin typeface="Arial"/>
                <a:ea typeface="Arial"/>
                <a:cs typeface="Arial"/>
              </a:rPr>
              <a:t>AI agent researchers</a:t>
            </a:r>
          </a:p>
        </p:txBody>
      </p:sp>
      <p:sp>
        <p:nvSpPr>
          <p:cNvPr id="54" name="Rewards and support divider">
            <a:extLst xmlns:a="http://schemas.openxmlformats.org/drawingml/2006/main">
              <a:ext uri="{FF2B5EF4-FFF2-40B4-BE49-F238E27FC236}">
                <a16:creationId xmlns:a16="http://schemas.microsoft.com/office/drawing/2014/main" id="{E6CA7763-6877-4EAE-AA88-53C1A4EFF41E}"/>
              </a:ext>
            </a:extLst>
          </p:cNvPr>
          <p:cNvSpPr>
            <a:spLocks xmlns:a="http://schemas.openxmlformats.org/drawingml/2006/main" noGrp="1"/>
          </p:cNvSpPr>
          <p:nvPr/>
        </p:nvSpPr>
        <p:spPr>
          <a:xfrm xmlns:a="http://schemas.openxmlformats.org/drawingml/2006/main">
            <a:off x="506730" y="7240563"/>
            <a:ext cx="9678540" cy="10141"/>
          </a:xfrm>
          <a:prstGeom xmlns:a="http://schemas.openxmlformats.org/drawingml/2006/main" prst="rect">
            <a:avLst/>
          </a:prstGeom>
          <a:solidFill xmlns:a="http://schemas.openxmlformats.org/drawingml/2006/main">
            <a:srgbClr val="A5C9DE"/>
          </a:solidFill>
          <a:ln xmlns:a="http://schemas.openxmlformats.org/drawingml/2006/main" w="0">
            <a:noFill/>
          </a:ln>
        </p:spPr>
      </p:sp>
      <p:sp>
        <p:nvSpPr>
          <p:cNvPr id="56" name="All programmes welcome background">
            <a:extLst xmlns:a="http://schemas.openxmlformats.org/drawingml/2006/main">
              <a:ext uri="{FF2B5EF4-FFF2-40B4-BE49-F238E27FC236}">
                <a16:creationId xmlns:a16="http://schemas.microsoft.com/office/drawing/2014/main" id="{5AD32263-FAE9-491C-B39C-D4AF0C636AB0}"/>
              </a:ext>
            </a:extLst>
          </p:cNvPr>
          <p:cNvSpPr>
            <a:spLocks xmlns:a="http://schemas.openxmlformats.org/drawingml/2006/main" noGrp="1"/>
          </p:cNvSpPr>
          <p:nvPr/>
        </p:nvSpPr>
        <p:spPr>
          <a:xfrm xmlns:a="http://schemas.openxmlformats.org/drawingml/2006/main">
            <a:off x="5655105" y="1054648"/>
            <a:ext cx="4530165" cy="446197"/>
          </a:xfrm>
          <a:prstGeom xmlns:a="http://schemas.openxmlformats.org/drawingml/2006/main" prst="rect">
            <a:avLst/>
          </a:prstGeom>
          <a:solidFill xmlns:a="http://schemas.openxmlformats.org/drawingml/2006/main">
            <a:srgbClr val="A8D8F0"/>
          </a:solidFill>
          <a:ln xmlns:a="http://schemas.openxmlformats.org/drawingml/2006/main" w="0">
            <a:noFill/>
          </a:ln>
        </p:spPr>
      </p:sp>
      <p:sp>
        <p:nvSpPr>
          <p:cNvPr id="57" name="All programmes welcome headline">
            <a:extLst xmlns:a="http://schemas.openxmlformats.org/drawingml/2006/main">
              <a:ext uri="{FF2B5EF4-FFF2-40B4-BE49-F238E27FC236}">
                <a16:creationId xmlns:a16="http://schemas.microsoft.com/office/drawing/2014/main" id="{2A1D13A2-8732-4699-8907-F563BDEA1D83}"/>
              </a:ext>
            </a:extLst>
          </p:cNvPr>
          <p:cNvSpPr>
            <a:spLocks xmlns:a="http://schemas.openxmlformats.org/drawingml/2006/main" noGrp="1"/>
          </p:cNvSpPr>
          <p:nvPr/>
        </p:nvSpPr>
        <p:spPr>
          <a:xfrm xmlns:a="http://schemas.openxmlformats.org/drawingml/2006/main">
            <a:off x="5766586" y="1054648"/>
            <a:ext cx="4307204" cy="4461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2554" b="0">
                <a:solidFill>
                  <a:srgbClr val="082F46"/>
                </a:solidFill>
                <a:latin typeface="Impact"/>
                <a:ea typeface="Impact"/>
                <a:cs typeface="Impact"/>
              </a:defRPr>
            </a:pPr>
            <a:r>
              <a:rPr sz="2554" b="0">
                <a:solidFill>
                  <a:srgbClr val="193F57"/>
                </a:solidFill>
                <a:latin typeface="Impact"/>
                <a:ea typeface="Impact"/>
                <a:cs typeface="Impact"/>
              </a:rPr>
              <a:t>ALL PROGRAMMES WELCOME</a:t>
            </a:r>
          </a:p>
        </p:txBody>
      </p:sp>
      <p:pic>
        <p:nvPicPr>
          <p:cNvPr id="152" name=""/>
          <p:cNvPicPr>
            <a:picLocks xmlns:a="http://schemas.openxmlformats.org/drawingml/2006/main" noChangeAspect="1"/>
          </p:cNvPicPr>
          <p:nvPr/>
        </p:nvPicPr>
        <p:blipFill>
          <a:blip xmlns:r="http://schemas.openxmlformats.org/officeDocument/2006/relationships" xmlns:a="http://schemas.openxmlformats.org/drawingml/2006/main" r:embed="R743700ffb7b04e4d"/>
          <a:stretch xmlns:a="http://schemas.openxmlformats.org/drawingml/2006/main"/>
        </p:blipFill>
        <p:spPr>
          <a:xfrm xmlns:a="http://schemas.openxmlformats.org/drawingml/2006/main">
            <a:off x="506730" y="206892"/>
            <a:ext cx="3445763" cy="681428"/>
          </a:xfrm>
          <a:prstGeom xmlns:a="http://schemas.openxmlformats.org/drawingml/2006/main" prst="rect">
            <a:avLst/>
          </a:prstGeom>
        </p:spPr>
      </p:pic>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c34da2295a274e58"/>
          <a:stretch xmlns:a="http://schemas.openxmlformats.org/drawingml/2006/main"/>
        </p:blipFill>
        <p:spPr>
          <a:xfrm xmlns:a="http://schemas.openxmlformats.org/drawingml/2006/main">
            <a:off x="4368011" y="160648"/>
            <a:ext cx="2837687" cy="773915"/>
          </a:xfrm>
          <a:prstGeom xmlns:a="http://schemas.openxmlformats.org/drawingml/2006/main" prst="rect">
            <a:avLst/>
          </a:prstGeom>
        </p:spPr>
      </p:pic>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673cb93d23184dd8"/>
          <a:stretch xmlns:a="http://schemas.openxmlformats.org/drawingml/2006/main"/>
        </p:blipFill>
        <p:spPr>
          <a:xfrm xmlns:a="http://schemas.openxmlformats.org/drawingml/2006/main">
            <a:off x="7821515" y="152113"/>
            <a:ext cx="2325610" cy="790986"/>
          </a:xfrm>
          <a:prstGeom xmlns:a="http://schemas.openxmlformats.org/drawingml/2006/main" prst="rect">
            <a:avLst/>
          </a:prstGeom>
        </p:spPr>
      </p:pic>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11c1dbf87d4f47a9"/>
          <a:stretch xmlns:a="http://schemas.openxmlformats.org/drawingml/2006/main"/>
        </p:blipFill>
        <p:spPr>
          <a:xfrm xmlns:a="http://schemas.openxmlformats.org/drawingml/2006/main">
            <a:off x="3395090" y="9948169"/>
            <a:ext cx="1271096" cy="953239"/>
          </a:xfrm>
          <a:prstGeom xmlns:a="http://schemas.openxmlformats.org/drawingml/2006/main" prst="rect">
            <a:avLst/>
          </a:prstGeom>
        </p:spPr>
      </p:pic>
      <p:pic>
        <p:nvPicPr>
          <p:cNvPr id="156" name=""/>
          <p:cNvPicPr>
            <a:picLocks xmlns:a="http://schemas.openxmlformats.org/drawingml/2006/main" noChangeAspect="1"/>
          </p:cNvPicPr>
          <p:nvPr/>
        </p:nvPicPr>
        <p:blipFill>
          <a:blip xmlns:r="http://schemas.openxmlformats.org/officeDocument/2006/relationships" xmlns:a="http://schemas.openxmlformats.org/drawingml/2006/main" r:embed="R8c16d51cf347438e"/>
          <a:stretch xmlns:a="http://schemas.openxmlformats.org/drawingml/2006/main"/>
        </p:blipFill>
        <p:spPr>
          <a:xfrm xmlns:a="http://schemas.openxmlformats.org/drawingml/2006/main">
            <a:off x="8614408" y="9948169"/>
            <a:ext cx="1271096" cy="953239"/>
          </a:xfrm>
          <a:prstGeom xmlns:a="http://schemas.openxmlformats.org/drawingml/2006/main" prst="rect">
            <a:avLst/>
          </a:prstGeom>
        </p:spPr>
      </p:pic>
      <p:sp>
        <p:nvSpPr>
          <p:cNvPr id="64" name="Team and coach illustration caption">
            <a:extLst xmlns:a="http://schemas.openxmlformats.org/drawingml/2006/main">
              <a:ext uri="{FF2B5EF4-FFF2-40B4-BE49-F238E27FC236}">
                <a16:creationId xmlns:a16="http://schemas.microsoft.com/office/drawing/2014/main" id="{39BA0B83-B86A-406E-B736-25B246740692}"/>
              </a:ext>
            </a:extLst>
          </p:cNvPr>
          <p:cNvSpPr>
            <a:spLocks xmlns:a="http://schemas.openxmlformats.org/drawingml/2006/main" noGrp="1"/>
          </p:cNvSpPr>
          <p:nvPr/>
        </p:nvSpPr>
        <p:spPr>
          <a:xfrm xmlns:a="http://schemas.openxmlformats.org/drawingml/2006/main">
            <a:off x="1393507" y="6145352"/>
            <a:ext cx="2837687" cy="24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357" b="1">
                <a:solidFill>
                  <a:srgbClr val="193F57"/>
                </a:solidFill>
                <a:latin typeface="Arial"/>
                <a:ea typeface="Arial"/>
                <a:cs typeface="Arial"/>
              </a:defRPr>
            </a:pPr>
            <a:r>
              <a:rPr sz="1357" b="1">
                <a:solidFill>
                  <a:srgbClr val="193F57"/>
                </a:solidFill>
                <a:latin typeface="Arial"/>
                <a:ea typeface="Arial"/>
                <a:cs typeface="Arial"/>
              </a:rPr>
              <a:t>STUDENT TEAM + COACH</a:t>
            </a:r>
          </a:p>
        </p:txBody>
      </p:sp>
      <p:sp>
        <p:nvSpPr>
          <p:cNvPr id="65" name="Agent native API illustration caption">
            <a:extLst xmlns:a="http://schemas.openxmlformats.org/drawingml/2006/main">
              <a:ext uri="{FF2B5EF4-FFF2-40B4-BE49-F238E27FC236}">
                <a16:creationId xmlns:a16="http://schemas.microsoft.com/office/drawing/2014/main" id="{935613A2-66D8-488D-858A-FD23A92677C4}"/>
              </a:ext>
            </a:extLst>
          </p:cNvPr>
          <p:cNvSpPr>
            <a:spLocks xmlns:a="http://schemas.openxmlformats.org/drawingml/2006/main" noGrp="1"/>
          </p:cNvSpPr>
          <p:nvPr/>
        </p:nvSpPr>
        <p:spPr>
          <a:xfrm xmlns:a="http://schemas.openxmlformats.org/drawingml/2006/main">
            <a:off x="4438954" y="6145352"/>
            <a:ext cx="2128265" cy="24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357" b="1">
                <a:solidFill>
                  <a:srgbClr val="193F57"/>
                </a:solidFill>
                <a:latin typeface="Arial"/>
                <a:ea typeface="Arial"/>
                <a:cs typeface="Arial"/>
              </a:defRPr>
            </a:pPr>
            <a:r>
              <a:rPr sz="1357" b="1">
                <a:solidFill>
                  <a:srgbClr val="193F57"/>
                </a:solidFill>
                <a:latin typeface="Arial"/>
                <a:ea typeface="Arial"/>
                <a:cs typeface="Arial"/>
              </a:rPr>
              <a:t>AGENT-NATIVE APIs</a:t>
            </a:r>
          </a:p>
        </p:txBody>
      </p:sp>
      <p:sp>
        <p:nvSpPr>
          <p:cNvPr id="66" name="Platform deployment illustration caption">
            <a:extLst xmlns:a="http://schemas.openxmlformats.org/drawingml/2006/main">
              <a:ext uri="{FF2B5EF4-FFF2-40B4-BE49-F238E27FC236}">
                <a16:creationId xmlns:a16="http://schemas.microsoft.com/office/drawing/2014/main" id="{1B20E2F2-03E3-436B-88D0-7A6E72D7C821}"/>
              </a:ext>
            </a:extLst>
          </p:cNvPr>
          <p:cNvSpPr>
            <a:spLocks xmlns:a="http://schemas.openxmlformats.org/drawingml/2006/main" noGrp="1"/>
          </p:cNvSpPr>
          <p:nvPr/>
        </p:nvSpPr>
        <p:spPr>
          <a:xfrm xmlns:a="http://schemas.openxmlformats.org/drawingml/2006/main">
            <a:off x="7023276" y="6145352"/>
            <a:ext cx="2275217" cy="24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357" b="1">
                <a:solidFill>
                  <a:srgbClr val="193F57"/>
                </a:solidFill>
                <a:latin typeface="Arial"/>
                <a:ea typeface="Arial"/>
                <a:cs typeface="Arial"/>
              </a:defRPr>
            </a:pPr>
            <a:r>
              <a:rPr sz="1357" b="1">
                <a:solidFill>
                  <a:srgbClr val="193F57"/>
                </a:solidFill>
                <a:latin typeface="Arial"/>
                <a:ea typeface="Arial"/>
                <a:cs typeface="Arial"/>
              </a:rPr>
              <a:t>DEPLOY TO PLATFORM</a:t>
            </a:r>
          </a:p>
        </p:txBody>
      </p:sp>
      <p:sp>
        <p:nvSpPr>
          <p:cNvPr id="73" name="Stage 1 emphasis rule">
            <a:extLst xmlns:a="http://schemas.openxmlformats.org/drawingml/2006/main">
              <a:ext uri="{FF2B5EF4-FFF2-40B4-BE49-F238E27FC236}">
                <a16:creationId xmlns:a16="http://schemas.microsoft.com/office/drawing/2014/main" id="{EC085440-6D4F-4A72-90B3-A7DD96734075}"/>
              </a:ext>
            </a:extLst>
          </p:cNvPr>
          <p:cNvSpPr>
            <a:spLocks xmlns:a="http://schemas.openxmlformats.org/drawingml/2006/main" noGrp="1"/>
          </p:cNvSpPr>
          <p:nvPr/>
        </p:nvSpPr>
        <p:spPr>
          <a:xfrm xmlns:a="http://schemas.openxmlformats.org/drawingml/2006/main">
            <a:off x="912114" y="2859718"/>
            <a:ext cx="4003166" cy="40563"/>
          </a:xfrm>
          <a:prstGeom xmlns:a="http://schemas.openxmlformats.org/drawingml/2006/main" prst="rect">
            <a:avLst/>
          </a:prstGeom>
          <a:solidFill xmlns:a="http://schemas.openxmlformats.org/drawingml/2006/main">
            <a:srgbClr val="2D6B94"/>
          </a:solidFill>
          <a:ln xmlns:a="http://schemas.openxmlformats.org/drawingml/2006/main" w="0">
            <a:noFill/>
          </a:ln>
        </p:spPr>
      </p:sp>
      <p:sp>
        <p:nvSpPr>
          <p:cNvPr id="74" name="Stage 2 rule">
            <a:extLst xmlns:a="http://schemas.openxmlformats.org/drawingml/2006/main">
              <a:ext uri="{FF2B5EF4-FFF2-40B4-BE49-F238E27FC236}">
                <a16:creationId xmlns:a16="http://schemas.microsoft.com/office/drawing/2014/main" id="{85815167-998D-45A5-A86F-CF6EB538627A}"/>
              </a:ext>
            </a:extLst>
          </p:cNvPr>
          <p:cNvSpPr>
            <a:spLocks xmlns:a="http://schemas.openxmlformats.org/drawingml/2006/main" noGrp="1"/>
          </p:cNvSpPr>
          <p:nvPr/>
        </p:nvSpPr>
        <p:spPr>
          <a:xfrm xmlns:a="http://schemas.openxmlformats.org/drawingml/2006/main">
            <a:off x="5776720" y="2859718"/>
            <a:ext cx="4003166" cy="20282"/>
          </a:xfrm>
          <a:prstGeom xmlns:a="http://schemas.openxmlformats.org/drawingml/2006/main" prst="rect">
            <a:avLst/>
          </a:prstGeom>
          <a:solidFill xmlns:a="http://schemas.openxmlformats.org/drawingml/2006/main">
            <a:srgbClr val="A5C9DE"/>
          </a:solidFill>
          <a:ln xmlns:a="http://schemas.openxmlformats.org/drawingml/2006/main" w="0">
            <a:noFill/>
          </a:ln>
        </p:spPr>
      </p:sp>
      <p:sp>
        <p:nvSpPr>
          <p:cNvPr id="75" name="Stage 1 overview title">
            <a:extLst xmlns:a="http://schemas.openxmlformats.org/drawingml/2006/main">
              <a:ext uri="{FF2B5EF4-FFF2-40B4-BE49-F238E27FC236}">
                <a16:creationId xmlns:a16="http://schemas.microsoft.com/office/drawing/2014/main" id="{3EA4F5D9-03F8-425A-A21D-4530DCE07DA1}"/>
              </a:ext>
            </a:extLst>
          </p:cNvPr>
          <p:cNvSpPr>
            <a:spLocks xmlns:a="http://schemas.openxmlformats.org/drawingml/2006/main" noGrp="1"/>
          </p:cNvSpPr>
          <p:nvPr/>
        </p:nvSpPr>
        <p:spPr>
          <a:xfrm xmlns:a="http://schemas.openxmlformats.org/drawingml/2006/main">
            <a:off x="912114" y="2940845"/>
            <a:ext cx="4003166" cy="3245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394" b="0">
                <a:solidFill>
                  <a:srgbClr val="2D6B94"/>
                </a:solidFill>
                <a:latin typeface="Impact"/>
                <a:ea typeface="Impact"/>
                <a:cs typeface="Impact"/>
              </a:defRPr>
            </a:pPr>
            <a:r>
              <a:rPr sz="2394" b="0">
                <a:solidFill>
                  <a:srgbClr val="2D6B94"/>
                </a:solidFill>
                <a:latin typeface="Impact"/>
                <a:ea typeface="Impact"/>
                <a:cs typeface="Impact"/>
              </a:rPr>
              <a:t>STAGE 1: ORGANISE</a:t>
            </a:r>
          </a:p>
        </p:txBody>
      </p:sp>
      <p:sp>
        <p:nvSpPr>
          <p:cNvPr id="76" name="Stage 1 overview activity">
            <a:extLst xmlns:a="http://schemas.openxmlformats.org/drawingml/2006/main">
              <a:ext uri="{FF2B5EF4-FFF2-40B4-BE49-F238E27FC236}">
                <a16:creationId xmlns:a16="http://schemas.microsoft.com/office/drawing/2014/main" id="{7EC0F415-A6B6-4277-B559-C346BB03116B}"/>
              </a:ext>
            </a:extLst>
          </p:cNvPr>
          <p:cNvSpPr>
            <a:spLocks xmlns:a="http://schemas.openxmlformats.org/drawingml/2006/main" noGrp="1"/>
          </p:cNvSpPr>
          <p:nvPr/>
        </p:nvSpPr>
        <p:spPr>
          <a:xfrm xmlns:a="http://schemas.openxmlformats.org/drawingml/2006/main">
            <a:off x="912114" y="3265352"/>
            <a:ext cx="4003166" cy="2636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1676" b="0">
                <a:solidFill>
                  <a:srgbClr val="193F57"/>
                </a:solidFill>
                <a:latin typeface="Arial"/>
                <a:ea typeface="Arial"/>
                <a:cs typeface="Arial"/>
              </a:defRPr>
            </a:pPr>
            <a:r>
              <a:rPr sz="1676" b="0">
                <a:solidFill>
                  <a:srgbClr val="193F57"/>
                </a:solidFill>
                <a:latin typeface="Arial"/>
                <a:ea typeface="Arial"/>
                <a:cs typeface="Arial"/>
              </a:rPr>
              <a:t>Mock APIs + platform setup</a:t>
            </a:r>
          </a:p>
        </p:txBody>
      </p:sp>
      <p:sp>
        <p:nvSpPr>
          <p:cNvPr id="77" name="Stage 1 recruitment status">
            <a:extLst xmlns:a="http://schemas.openxmlformats.org/drawingml/2006/main">
              <a:ext uri="{FF2B5EF4-FFF2-40B4-BE49-F238E27FC236}">
                <a16:creationId xmlns:a16="http://schemas.microsoft.com/office/drawing/2014/main" id="{798C213B-DAC5-45DB-8D6C-124E160886B6}"/>
              </a:ext>
            </a:extLst>
          </p:cNvPr>
          <p:cNvSpPr>
            <a:spLocks xmlns:a="http://schemas.openxmlformats.org/drawingml/2006/main" noGrp="1"/>
          </p:cNvSpPr>
          <p:nvPr/>
        </p:nvSpPr>
        <p:spPr>
          <a:xfrm xmlns:a="http://schemas.openxmlformats.org/drawingml/2006/main">
            <a:off x="912114" y="3559437"/>
            <a:ext cx="4003166" cy="2230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1436" b="1">
                <a:solidFill>
                  <a:srgbClr val="2D6B94"/>
                </a:solidFill>
                <a:latin typeface="Arial"/>
                <a:ea typeface="Arial"/>
                <a:cs typeface="Arial"/>
              </a:defRPr>
            </a:pPr>
            <a:r>
              <a:rPr sz="1436" b="1">
                <a:solidFill>
                  <a:srgbClr val="2D6B94"/>
                </a:solidFill>
                <a:latin typeface="Arial"/>
                <a:ea typeface="Arial"/>
                <a:cs typeface="Arial"/>
              </a:rPr>
              <a:t>THIS RECRUITMENT</a:t>
            </a:r>
          </a:p>
        </p:txBody>
      </p:sp>
      <p:sp>
        <p:nvSpPr>
          <p:cNvPr id="78" name="Stage 2 overview title">
            <a:extLst xmlns:a="http://schemas.openxmlformats.org/drawingml/2006/main">
              <a:ext uri="{FF2B5EF4-FFF2-40B4-BE49-F238E27FC236}">
                <a16:creationId xmlns:a16="http://schemas.microsoft.com/office/drawing/2014/main" id="{1A28A4DF-8A89-42C5-B1AF-45DA8942BA11}"/>
              </a:ext>
            </a:extLst>
          </p:cNvPr>
          <p:cNvSpPr>
            <a:spLocks xmlns:a="http://schemas.openxmlformats.org/drawingml/2006/main" noGrp="1"/>
          </p:cNvSpPr>
          <p:nvPr/>
        </p:nvSpPr>
        <p:spPr>
          <a:xfrm xmlns:a="http://schemas.openxmlformats.org/drawingml/2006/main">
            <a:off x="5776720" y="2940845"/>
            <a:ext cx="4003166" cy="3245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2394" b="0">
                <a:solidFill>
                  <a:srgbClr val="53738A"/>
                </a:solidFill>
                <a:latin typeface="Impact"/>
                <a:ea typeface="Impact"/>
                <a:cs typeface="Impact"/>
              </a:defRPr>
            </a:pPr>
            <a:r>
              <a:rPr sz="2394" b="0">
                <a:solidFill>
                  <a:srgbClr val="53738A"/>
                </a:solidFill>
                <a:latin typeface="Impact"/>
                <a:ea typeface="Impact"/>
                <a:cs typeface="Impact"/>
              </a:rPr>
              <a:t>STAGE 2: COMPETE</a:t>
            </a:r>
          </a:p>
        </p:txBody>
      </p:sp>
      <p:sp>
        <p:nvSpPr>
          <p:cNvPr id="79" name="Stage 2 overview activity">
            <a:extLst xmlns:a="http://schemas.openxmlformats.org/drawingml/2006/main">
              <a:ext uri="{FF2B5EF4-FFF2-40B4-BE49-F238E27FC236}">
                <a16:creationId xmlns:a16="http://schemas.microsoft.com/office/drawing/2014/main" id="{32CA820D-3073-4BF1-AB24-4DD4E93CAE8A}"/>
              </a:ext>
            </a:extLst>
          </p:cNvPr>
          <p:cNvSpPr>
            <a:spLocks xmlns:a="http://schemas.openxmlformats.org/drawingml/2006/main" noGrp="1"/>
          </p:cNvSpPr>
          <p:nvPr/>
        </p:nvSpPr>
        <p:spPr>
          <a:xfrm xmlns:a="http://schemas.openxmlformats.org/drawingml/2006/main">
            <a:off x="5776720" y="3265352"/>
            <a:ext cx="4003166" cy="2636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1676" b="0">
                <a:solidFill>
                  <a:srgbClr val="193F57"/>
                </a:solidFill>
                <a:latin typeface="Arial"/>
                <a:ea typeface="Arial"/>
                <a:cs typeface="Arial"/>
              </a:defRPr>
            </a:pPr>
            <a:r>
              <a:rPr sz="1676" b="0">
                <a:solidFill>
                  <a:srgbClr val="193F57"/>
                </a:solidFill>
                <a:latin typeface="Arial"/>
                <a:ea typeface="Arial"/>
                <a:cs typeface="Arial"/>
              </a:rPr>
              <a:t>Design AI agents</a:t>
            </a:r>
          </a:p>
        </p:txBody>
      </p:sp>
      <p:sp>
        <p:nvSpPr>
          <p:cNvPr id="80" name="Stage 2 recruitment status">
            <a:extLst xmlns:a="http://schemas.openxmlformats.org/drawingml/2006/main">
              <a:ext uri="{FF2B5EF4-FFF2-40B4-BE49-F238E27FC236}">
                <a16:creationId xmlns:a16="http://schemas.microsoft.com/office/drawing/2014/main" id="{E2A27671-FD46-407F-886D-3B025E8C0CB8}"/>
              </a:ext>
            </a:extLst>
          </p:cNvPr>
          <p:cNvSpPr>
            <a:spLocks xmlns:a="http://schemas.openxmlformats.org/drawingml/2006/main" noGrp="1"/>
          </p:cNvSpPr>
          <p:nvPr/>
        </p:nvSpPr>
        <p:spPr>
          <a:xfrm xmlns:a="http://schemas.openxmlformats.org/drawingml/2006/main">
            <a:off x="5776720" y="3559437"/>
            <a:ext cx="4003166" cy="2230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1357" b="1">
                <a:solidFill>
                  <a:srgbClr val="53738A"/>
                </a:solidFill>
                <a:latin typeface="Arial"/>
                <a:ea typeface="Arial"/>
                <a:cs typeface="Arial"/>
              </a:defRPr>
            </a:pPr>
            <a:r>
              <a:rPr sz="1357" b="1">
                <a:solidFill>
                  <a:srgbClr val="53738A"/>
                </a:solidFill>
                <a:latin typeface="Arial"/>
                <a:ea typeface="Arial"/>
                <a:cs typeface="Arial"/>
              </a:rPr>
              <a:t>ENTRANT RECRUITMENT LATER</a:t>
            </a:r>
          </a:p>
        </p:txBody>
      </p:sp>
      <p:sp>
        <p:nvSpPr>
          <p:cNvPr id="81" name="Stage 1 to Stage 2 sequence arrow">
            <a:extLst xmlns:a="http://schemas.openxmlformats.org/drawingml/2006/main">
              <a:ext uri="{FF2B5EF4-FFF2-40B4-BE49-F238E27FC236}">
                <a16:creationId xmlns:a16="http://schemas.microsoft.com/office/drawing/2014/main" id="{04A366C6-BEB8-4078-960F-EB30B8EABBDC}"/>
              </a:ext>
            </a:extLst>
          </p:cNvPr>
          <p:cNvSpPr>
            <a:spLocks xmlns:a="http://schemas.openxmlformats.org/drawingml/2006/main" noGrp="1"/>
          </p:cNvSpPr>
          <p:nvPr/>
        </p:nvSpPr>
        <p:spPr>
          <a:xfrm xmlns:a="http://schemas.openxmlformats.org/drawingml/2006/main">
            <a:off x="5117972" y="3163944"/>
            <a:ext cx="445922" cy="223099"/>
          </a:xfrm>
          <a:prstGeom xmlns:a="http://schemas.openxmlformats.org/drawingml/2006/main" prst="rightArrow">
            <a:avLst/>
          </a:prstGeom>
          <a:solidFill xmlns:a="http://schemas.openxmlformats.org/drawingml/2006/main">
            <a:srgbClr val="5B9FC7"/>
          </a:solidFill>
          <a:ln xmlns:a="http://schemas.openxmlformats.org/drawingml/2006/main" w="0">
            <a:noFill/>
          </a:ln>
        </p:spPr>
      </p:sp>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46cbd9f797ef402c"/>
          <a:stretch xmlns:a="http://schemas.openxmlformats.org/drawingml/2006/main"/>
        </p:blipFill>
        <p:spPr>
          <a:xfrm xmlns:a="http://schemas.openxmlformats.org/drawingml/2006/main">
            <a:off x="8442119" y="5019825"/>
            <a:ext cx="344576" cy="344576"/>
          </a:xfrm>
          <a:prstGeom xmlns:a="http://schemas.openxmlformats.org/drawingml/2006/main" prst="rect">
            <a:avLst/>
          </a:prstGeom>
        </p:spPr>
      </p:pic>
      <p:sp>
        <p:nvSpPr>
          <p:cNvPr id="89" name="Task section title">
            <a:extLst xmlns:a="http://schemas.openxmlformats.org/drawingml/2006/main">
              <a:ext uri="{FF2B5EF4-FFF2-40B4-BE49-F238E27FC236}">
                <a16:creationId xmlns:a16="http://schemas.microsoft.com/office/drawing/2014/main" id="{81FDE4EB-AB24-4284-970E-02EF0238E813}"/>
              </a:ext>
            </a:extLst>
          </p:cNvPr>
          <p:cNvSpPr>
            <a:spLocks xmlns:a="http://schemas.openxmlformats.org/drawingml/2006/main" noGrp="1"/>
          </p:cNvSpPr>
          <p:nvPr/>
        </p:nvSpPr>
        <p:spPr>
          <a:xfrm xmlns:a="http://schemas.openxmlformats.org/drawingml/2006/main">
            <a:off x="506730" y="3914366"/>
            <a:ext cx="3040379" cy="425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0000"/>
              </a:lnSpc>
              <a:buNone/>
              <a:defRPr sz="3112" b="0">
                <a:solidFill>
                  <a:srgbClr val="2D6B94"/>
                </a:solidFill>
                <a:latin typeface="Impact"/>
                <a:ea typeface="Impact"/>
                <a:cs typeface="Impact"/>
              </a:defRPr>
            </a:pPr>
            <a:r>
              <a:rPr sz="3112" b="0">
                <a:solidFill>
                  <a:srgbClr val="2D6B94"/>
                </a:solidFill>
                <a:latin typeface="Impact"/>
                <a:ea typeface="Impact"/>
                <a:cs typeface="Impact"/>
              </a:rPr>
              <a:t>YOUR TASK</a:t>
            </a:r>
          </a:p>
        </p:txBody>
      </p:sp>
      <p:pic>
        <p:nvPicPr>
          <p:cNvPr id="171" name=""/>
          <p:cNvPicPr>
            <a:picLocks xmlns:a="http://schemas.openxmlformats.org/drawingml/2006/main" noChangeAspect="1"/>
          </p:cNvPicPr>
          <p:nvPr/>
        </p:nvPicPr>
        <p:blipFill>
          <a:blip xmlns:r="http://schemas.openxmlformats.org/officeDocument/2006/relationships" xmlns:a="http://schemas.openxmlformats.org/drawingml/2006/main" r:embed="Rb4193c23a5ba4480"/>
          <a:stretch xmlns:a="http://schemas.openxmlformats.org/drawingml/2006/main"/>
        </p:blipFill>
        <p:spPr>
          <a:xfrm xmlns:a="http://schemas.openxmlformats.org/drawingml/2006/main">
            <a:off x="354711" y="7768200"/>
            <a:ext cx="1013460" cy="1013460"/>
          </a:xfrm>
          <a:prstGeom xmlns:a="http://schemas.openxmlformats.org/drawingml/2006/main" prst="rect">
            <a:avLst/>
          </a:prstGeom>
        </p:spPr>
      </p:pic>
      <p:pic>
        <p:nvPicPr>
          <p:cNvPr id="172" name=""/>
          <p:cNvPicPr>
            <a:picLocks xmlns:a="http://schemas.openxmlformats.org/drawingml/2006/main" noChangeAspect="1"/>
          </p:cNvPicPr>
          <p:nvPr/>
        </p:nvPicPr>
        <p:blipFill>
          <a:blip xmlns:r="http://schemas.openxmlformats.org/officeDocument/2006/relationships" xmlns:a="http://schemas.openxmlformats.org/drawingml/2006/main" r:embed="R0d7b16a6c4704c0a"/>
          <a:stretch xmlns:a="http://schemas.openxmlformats.org/drawingml/2006/main"/>
        </p:blipFill>
        <p:spPr>
          <a:xfrm xmlns:a="http://schemas.openxmlformats.org/drawingml/2006/main">
            <a:off x="3841012" y="7849276"/>
            <a:ext cx="851306" cy="851306"/>
          </a:xfrm>
          <a:prstGeom xmlns:a="http://schemas.openxmlformats.org/drawingml/2006/main" prst="rect">
            <a:avLst/>
          </a:prstGeom>
        </p:spPr>
      </p:pic>
      <p:pic>
        <p:nvPicPr>
          <p:cNvPr id="173" name=""/>
          <p:cNvPicPr>
            <a:picLocks xmlns:a="http://schemas.openxmlformats.org/drawingml/2006/main" noChangeAspect="1"/>
          </p:cNvPicPr>
          <p:nvPr/>
        </p:nvPicPr>
        <p:blipFill>
          <a:blip xmlns:r="http://schemas.openxmlformats.org/officeDocument/2006/relationships" xmlns:a="http://schemas.openxmlformats.org/drawingml/2006/main" r:embed="Rf5b9ab133a9443bf"/>
          <a:stretch xmlns:a="http://schemas.openxmlformats.org/drawingml/2006/main"/>
        </p:blipFill>
        <p:spPr>
          <a:xfrm xmlns:a="http://schemas.openxmlformats.org/drawingml/2006/main">
            <a:off x="7134756" y="7849276"/>
            <a:ext cx="851306" cy="851306"/>
          </a:xfrm>
          <a:prstGeom xmlns:a="http://schemas.openxmlformats.org/drawingml/2006/main" prst="rect">
            <a:avLst/>
          </a:prstGeom>
        </p:spPr>
      </p:pic>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b4c46dd7c588470b"/>
          <a:stretch xmlns:a="http://schemas.openxmlformats.org/drawingml/2006/main"/>
        </p:blipFill>
        <p:spPr>
          <a:xfrm xmlns:a="http://schemas.openxmlformats.org/drawingml/2006/main">
            <a:off x="3911955" y="6470097"/>
            <a:ext cx="770229" cy="770229"/>
          </a:xfrm>
          <a:prstGeom xmlns:a="http://schemas.openxmlformats.org/drawingml/2006/main" prst="rect">
            <a:avLst/>
          </a:prstGeom>
        </p:spPr>
      </p:pic>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811ed49a07a344e1"/>
          <a:stretch xmlns:a="http://schemas.openxmlformats.org/drawingml/2006/main"/>
        </p:blipFill>
        <p:spPr>
          <a:xfrm xmlns:a="http://schemas.openxmlformats.org/drawingml/2006/main">
            <a:off x="7195564" y="6470097"/>
            <a:ext cx="770229" cy="770229"/>
          </a:xfrm>
          <a:prstGeom xmlns:a="http://schemas.openxmlformats.org/drawingml/2006/main" prst="rect">
            <a:avLst/>
          </a:prstGeom>
        </p:spPr>
      </p:pic>
      <p:sp>
        <p:nvSpPr>
          <p:cNvPr id="102" name="Email purpose label">
            <a:extLst xmlns:a="http://schemas.openxmlformats.org/drawingml/2006/main">
              <a:ext uri="{FF2B5EF4-FFF2-40B4-BE49-F238E27FC236}">
                <a16:creationId xmlns:a16="http://schemas.microsoft.com/office/drawing/2014/main" id="{08B5C970-C564-4654-99A6-F163B50B4C48}"/>
              </a:ext>
            </a:extLst>
          </p:cNvPr>
          <p:cNvSpPr>
            <a:spLocks xmlns:a="http://schemas.openxmlformats.org/drawingml/2006/main" noGrp="1"/>
          </p:cNvSpPr>
          <p:nvPr/>
        </p:nvSpPr>
        <p:spPr>
          <a:xfrm xmlns:a="http://schemas.openxmlformats.org/drawingml/2006/main">
            <a:off x="506730" y="14379718"/>
            <a:ext cx="7266506" cy="2535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6000"/>
              </a:lnSpc>
              <a:buNone/>
              <a:defRPr sz="1596" b="1">
                <a:solidFill>
                  <a:srgbClr val="2D6B94"/>
                </a:solidFill>
                <a:latin typeface="Arial"/>
                <a:ea typeface="Arial"/>
                <a:cs typeface="Arial"/>
              </a:defRPr>
            </a:pPr>
            <a:r>
              <a:rPr sz="1596" b="1">
                <a:solidFill>
                  <a:srgbClr val="2D6B94"/>
                </a:solidFill>
                <a:latin typeface="Arial"/>
                <a:ea typeface="Arial"/>
                <a:cs typeface="Arial"/>
              </a:rPr>
              <a:t>ENQUIRIES &amp; APPLICATIONS</a:t>
            </a:r>
          </a:p>
        </p:txBody>
      </p:sp>
      <p:sp>
        <p:nvSpPr>
          <p:cNvPr id="103" name="Email address placeholder">
            <a:extLst xmlns:a="http://schemas.openxmlformats.org/drawingml/2006/main">
              <a:ext uri="{FF2B5EF4-FFF2-40B4-BE49-F238E27FC236}">
                <a16:creationId xmlns:a16="http://schemas.microsoft.com/office/drawing/2014/main" id="{460596B5-50E8-4129-8C5F-4B78ADC5BFAC}"/>
              </a:ext>
            </a:extLst>
          </p:cNvPr>
          <p:cNvSpPr>
            <a:spLocks xmlns:a="http://schemas.openxmlformats.org/drawingml/2006/main" noGrp="1"/>
          </p:cNvSpPr>
          <p:nvPr/>
        </p:nvSpPr>
        <p:spPr>
          <a:xfrm xmlns:a="http://schemas.openxmlformats.org/drawingml/2006/main">
            <a:off x="506730" y="14643380"/>
            <a:ext cx="7266506" cy="2940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06000"/>
              </a:lnSpc>
              <a:buNone/>
              <a:defRPr sz="1915" b="1">
                <a:solidFill>
                  <a:srgbClr val="1C445B"/>
                </a:solidFill>
                <a:latin typeface="Arial"/>
                <a:ea typeface="Arial"/>
                <a:cs typeface="Arial"/>
              </a:defRPr>
            </a:pPr>
            <a:r>
              <a:rPr sz="1915" b="1">
                <a:solidFill>
                  <a:srgbClr val="1C445B"/>
                </a:solidFill>
                <a:latin typeface="Arial"/>
                <a:ea typeface="Arial"/>
                <a:cs typeface="Arial"/>
              </a:rPr>
              <a:t>[email address]</a:t>
            </a:r>
          </a:p>
        </p:txBody>
      </p:sp>
      <p:sp>
        <p:nvSpPr>
          <p:cNvPr id="104" name="Application QR placeholder frame">
            <a:extLst xmlns:a="http://schemas.openxmlformats.org/drawingml/2006/main">
              <a:ext uri="{FF2B5EF4-FFF2-40B4-BE49-F238E27FC236}">
                <a16:creationId xmlns:a16="http://schemas.microsoft.com/office/drawing/2014/main" id="{68D35B3B-C0FC-4116-8788-877FE44A138E}"/>
              </a:ext>
            </a:extLst>
          </p:cNvPr>
          <p:cNvSpPr>
            <a:spLocks xmlns:a="http://schemas.openxmlformats.org/drawingml/2006/main" noGrp="1"/>
          </p:cNvSpPr>
          <p:nvPr/>
        </p:nvSpPr>
        <p:spPr>
          <a:xfrm xmlns:a="http://schemas.openxmlformats.org/drawingml/2006/main">
            <a:off x="8310370" y="12635493"/>
            <a:ext cx="1874900" cy="1876056"/>
          </a:xfrm>
          <a:prstGeom xmlns:a="http://schemas.openxmlformats.org/drawingml/2006/main" prst="rect">
            <a:avLst/>
          </a:prstGeom>
          <a:solidFill xmlns:a="http://schemas.openxmlformats.org/drawingml/2006/main">
            <a:srgbClr val="FFFFFF"/>
          </a:solidFill>
          <a:ln xmlns:a="http://schemas.openxmlformats.org/drawingml/2006/main" w="15202">
            <a:solidFill>
              <a:srgbClr val="91B9D0"/>
            </a:solidFill>
          </a:ln>
        </p:spPr>
      </p:sp>
      <p:sp>
        <p:nvSpPr>
          <p:cNvPr id="105" name="Application QR placeholder title">
            <a:extLst xmlns:a="http://schemas.openxmlformats.org/drawingml/2006/main">
              <a:ext uri="{FF2B5EF4-FFF2-40B4-BE49-F238E27FC236}">
                <a16:creationId xmlns:a16="http://schemas.microsoft.com/office/drawing/2014/main" id="{8DA8128E-9D1A-405D-B66D-DD29E03C8B57}"/>
              </a:ext>
            </a:extLst>
          </p:cNvPr>
          <p:cNvSpPr>
            <a:spLocks xmlns:a="http://schemas.openxmlformats.org/drawingml/2006/main" noGrp="1"/>
          </p:cNvSpPr>
          <p:nvPr/>
        </p:nvSpPr>
        <p:spPr>
          <a:xfrm xmlns:a="http://schemas.openxmlformats.org/drawingml/2006/main">
            <a:off x="8411716" y="13203380"/>
            <a:ext cx="1672209" cy="354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6000"/>
              </a:lnSpc>
              <a:buNone/>
              <a:defRPr sz="1995" b="1">
                <a:solidFill>
                  <a:srgbClr val="2D6B94"/>
                </a:solidFill>
                <a:latin typeface="Arial"/>
                <a:ea typeface="Arial"/>
                <a:cs typeface="Arial"/>
              </a:defRPr>
            </a:pPr>
            <a:r>
              <a:rPr sz="1995" b="1">
                <a:solidFill>
                  <a:srgbClr val="2D6B94"/>
                </a:solidFill>
                <a:latin typeface="Arial"/>
                <a:ea typeface="Arial"/>
                <a:cs typeface="Arial"/>
              </a:rPr>
              <a:t>QR CODE</a:t>
            </a:r>
          </a:p>
        </p:txBody>
      </p:sp>
      <p:sp>
        <p:nvSpPr>
          <p:cNvPr id="106" name="Application QR placeholder status">
            <a:extLst xmlns:a="http://schemas.openxmlformats.org/drawingml/2006/main">
              <a:ext uri="{FF2B5EF4-FFF2-40B4-BE49-F238E27FC236}">
                <a16:creationId xmlns:a16="http://schemas.microsoft.com/office/drawing/2014/main" id="{82E040BA-D9D4-4FDB-A977-B886E2A8C8B5}"/>
              </a:ext>
            </a:extLst>
          </p:cNvPr>
          <p:cNvSpPr>
            <a:spLocks xmlns:a="http://schemas.openxmlformats.org/drawingml/2006/main" noGrp="1"/>
          </p:cNvSpPr>
          <p:nvPr/>
        </p:nvSpPr>
        <p:spPr>
          <a:xfrm xmlns:a="http://schemas.openxmlformats.org/drawingml/2006/main">
            <a:off x="8411716" y="13609014"/>
            <a:ext cx="1672209" cy="2636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6000"/>
              </a:lnSpc>
              <a:buNone/>
              <a:defRPr sz="1357" b="0">
                <a:solidFill>
                  <a:srgbClr val="53788E"/>
                </a:solidFill>
                <a:latin typeface="Arial"/>
                <a:ea typeface="Arial"/>
                <a:cs typeface="Arial"/>
              </a:defRPr>
            </a:pPr>
            <a:r>
              <a:rPr sz="1357" b="0">
                <a:solidFill>
                  <a:srgbClr val="53788E"/>
                </a:solidFill>
                <a:latin typeface="Arial"/>
                <a:ea typeface="Arial"/>
                <a:cs typeface="Arial"/>
              </a:rPr>
              <a:t>PLACEHOLDER</a:t>
            </a:r>
          </a:p>
        </p:txBody>
      </p:sp>
      <p:sp>
        <p:nvSpPr>
          <p:cNvPr id="107" name="Application QR caption">
            <a:extLst xmlns:a="http://schemas.openxmlformats.org/drawingml/2006/main">
              <a:ext uri="{FF2B5EF4-FFF2-40B4-BE49-F238E27FC236}">
                <a16:creationId xmlns:a16="http://schemas.microsoft.com/office/drawing/2014/main" id="{EEBBAB58-31F5-4AD2-9B0A-E2C37F8BFCE9}"/>
              </a:ext>
            </a:extLst>
          </p:cNvPr>
          <p:cNvSpPr>
            <a:spLocks xmlns:a="http://schemas.openxmlformats.org/drawingml/2006/main" noGrp="1"/>
          </p:cNvSpPr>
          <p:nvPr/>
        </p:nvSpPr>
        <p:spPr>
          <a:xfrm xmlns:a="http://schemas.openxmlformats.org/drawingml/2006/main">
            <a:off x="8209024" y="14612958"/>
            <a:ext cx="2077592" cy="314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6000"/>
              </a:lnSpc>
              <a:buNone/>
              <a:defRPr sz="1756" b="0">
                <a:solidFill>
                  <a:srgbClr val="2D6B94"/>
                </a:solidFill>
                <a:latin typeface="Impact"/>
                <a:ea typeface="Impact"/>
                <a:cs typeface="Impact"/>
              </a:defRPr>
            </a:pPr>
            <a:r>
              <a:rPr sz="1756" b="0">
                <a:solidFill>
                  <a:srgbClr val="2D6B94"/>
                </a:solidFill>
                <a:latin typeface="Impact"/>
                <a:ea typeface="Impact"/>
                <a:cs typeface="Impact"/>
              </a:rPr>
              <a:t>APPLICATION FORM</a:t>
            </a:r>
          </a:p>
        </p:txBody>
      </p:sp>
    </p:spTree>
    <p:extLst>
      <p:ext uri="{BB962C8B-B14F-4D97-AF65-F5344CB8AC3E}">
        <p14:creationId xmlns:p14="http://schemas.microsoft.com/office/powerpoint/2010/main" val="207273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2026-09-16T20:24:23.6390000Z</dcterms:created>
  <dcterms:modified xsi:type="dcterms:W3CDTF">2026-09-16T20:24:23.6390000Z</dcterms:modified>
</coreProperties>
</file>